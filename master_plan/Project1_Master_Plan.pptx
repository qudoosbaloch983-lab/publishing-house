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ste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7160"/>
            <a:ext cx="6977933" cy="6583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43693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PLAN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43693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Publishing House · Shimla Pahari, Lahore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343693" y="960120"/>
            <a:ext cx="329241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72934" y="960120"/>
            <a:ext cx="329241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02174" y="960120"/>
            <a:ext cx="329241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31415" y="960120"/>
            <a:ext cx="329241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60813" y="10607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7490054" y="10607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819294" y="10607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8148535" y="10607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8477775" y="10607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8797815" y="960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7343693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43693" y="1563624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3693" y="1563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8" name="Text 15"/>
          <p:cNvSpPr txBox="1"/>
          <p:nvPr/>
        </p:nvSpPr>
        <p:spPr>
          <a:xfrm>
            <a:off x="7599725" y="1554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+ DISPATCH  (47' × 30')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343693" y="1778508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43693" y="17785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1" name="Text 18"/>
          <p:cNvSpPr txBox="1"/>
          <p:nvPr/>
        </p:nvSpPr>
        <p:spPr>
          <a:xfrm>
            <a:off x="7599725" y="17693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 (40' × 53')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343693" y="1993392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43693" y="1993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4" name="Text 21"/>
          <p:cNvSpPr txBox="1"/>
          <p:nvPr/>
        </p:nvSpPr>
        <p:spPr>
          <a:xfrm>
            <a:off x="7599725" y="1984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 (43' × 34')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343693" y="2208276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43693" y="22082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7" name="Text 24"/>
          <p:cNvSpPr txBox="1"/>
          <p:nvPr/>
        </p:nvSpPr>
        <p:spPr>
          <a:xfrm>
            <a:off x="7599725" y="21991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+ EDITORIAL  (73' × 45')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343693" y="2423160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43693" y="2423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30" name="Text 27"/>
          <p:cNvSpPr txBox="1"/>
          <p:nvPr/>
        </p:nvSpPr>
        <p:spPr>
          <a:xfrm>
            <a:off x="7599725" y="24140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 (65' × 73')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7343693" y="2638044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343693" y="26380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sp>
        <p:nvSpPr>
          <p:cNvPr id="33" name="Text 30"/>
          <p:cNvSpPr txBox="1"/>
          <p:nvPr/>
        </p:nvSpPr>
        <p:spPr>
          <a:xfrm>
            <a:off x="7599725" y="26289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+ EDUCATION  (53' × 49')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343693" y="2852928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343693" y="28529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36" name="Text 33"/>
          <p:cNvSpPr txBox="1"/>
          <p:nvPr/>
        </p:nvSpPr>
        <p:spPr>
          <a:xfrm>
            <a:off x="7599725" y="28437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 · PRESS CONF. · FORUM HALL  (103' × 71')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343693" y="3067812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343693" y="30678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sp>
        <p:nvSpPr>
          <p:cNvPr id="39" name="Text 36"/>
          <p:cNvSpPr txBox="1"/>
          <p:nvPr/>
        </p:nvSpPr>
        <p:spPr>
          <a:xfrm>
            <a:off x="7599725" y="30586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LIBRARY  (59' × 64')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7343693" y="3282696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343693" y="32826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sp>
        <p:nvSpPr>
          <p:cNvPr id="42" name="Text 39"/>
          <p:cNvSpPr txBox="1"/>
          <p:nvPr/>
        </p:nvSpPr>
        <p:spPr>
          <a:xfrm>
            <a:off x="7599725" y="32735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PRESS CLUB  (66' × 70')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343693" y="3497580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343693" y="34975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45" name="Text 42"/>
          <p:cNvSpPr txBox="1"/>
          <p:nvPr/>
        </p:nvSpPr>
        <p:spPr>
          <a:xfrm>
            <a:off x="7599725" y="34884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+ RECREATION  (52' × 53')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343693" y="3712464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343693" y="37124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48" name="Text 45"/>
          <p:cNvSpPr txBox="1"/>
          <p:nvPr/>
        </p:nvSpPr>
        <p:spPr>
          <a:xfrm>
            <a:off x="7599725" y="3703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+ STAFF ENTRY  (77' × 26')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7343693" y="3927348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343693" y="39273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51" name="Text 48"/>
          <p:cNvSpPr txBox="1"/>
          <p:nvPr/>
        </p:nvSpPr>
        <p:spPr>
          <a:xfrm>
            <a:off x="7599725" y="39182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 · CANTEEN · BOOKSHOP  (68' × 56')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7343693" y="4142232"/>
            <a:ext cx="164592" cy="164592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343693" y="4142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54" name="Text 51"/>
          <p:cNvSpPr txBox="1"/>
          <p:nvPr/>
        </p:nvSpPr>
        <p:spPr>
          <a:xfrm>
            <a:off x="7599725" y="41330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PAVILION  (50' × 39')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7343693" y="4434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SPACES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7343693" y="46634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Open forum — summit +28', existing structures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Public / protest edge — shade grove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Service yard — loading, dispatch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Covered public spine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Perimeter promenade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Planted slopes — no building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343693" y="5893308"/>
            <a:ext cx="320040" cy="9144"/>
          </a:xfrm>
          <a:custGeom>
            <a:avLst/>
            <a:gdLst/>
            <a:ahLst/>
            <a:cxnLst/>
            <a:rect l="l" t="t" r="r" b="b"/>
            <a:pathLst>
              <a:path w="320040" h="9144">
                <a:moveTo>
                  <a:pt x="0" y="4572"/>
                </a:moveTo>
                <a:lnTo>
                  <a:pt x="320040" y="4572"/>
                </a:lnTo>
              </a:path>
            </a:pathLst>
          </a:custGeom>
          <a:ln w="38100">
            <a:solidFill>
              <a:srgbClr val="C4262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755173" y="58247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entrances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898173" y="5893308"/>
            <a:ext cx="320040" cy="9144"/>
          </a:xfrm>
          <a:custGeom>
            <a:avLst/>
            <a:gdLst/>
            <a:ahLst/>
            <a:cxnLst/>
            <a:rect l="l" t="t" r="r" b="b"/>
            <a:pathLst>
              <a:path w="320040" h="9144">
                <a:moveTo>
                  <a:pt x="0" y="4572"/>
                </a:moveTo>
                <a:lnTo>
                  <a:pt x="320040" y="4572"/>
                </a:lnTo>
              </a:path>
            </a:pathLst>
          </a:custGeom>
          <a:ln w="25400">
            <a:solidFill>
              <a:srgbClr val="1B1B1B"/>
            </a:solidFill>
            <a:prstDash val="dash"/>
          </a:ln>
        </p:spPr>
      </p:sp>
      <p:sp>
        <p:nvSpPr>
          <p:cNvPr id="60" name="Text 57"/>
          <p:cNvSpPr txBox="1"/>
          <p:nvPr/>
        </p:nvSpPr>
        <p:spPr>
          <a:xfrm>
            <a:off x="9309653" y="5824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staff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7343693" y="6080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DATA   </a:t>
            </a:r>
            <a:pPr indent="0" marL="0">
              <a:buNone/>
            </a:pPr>
            <a:r>
              <a:rPr lang="en-US" sz="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(traced) ≈ 104,706 ft² · built footprint ≈ 41,942 ft² (40%) · open / landscape ≈ 60%. Levels ±0' to +28' from survey; no regrading — buildings on slopes step or stand on piers. Old Press Club removed.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Plan</dc:title>
  <dc:subject>PptxGenJS Presentation</dc:subject>
  <dc:creator>PptxGenJS</dc:creator>
  <cp:lastModifiedBy>PptxGenJS</cp:lastModifiedBy>
  <cp:revision>1</cp:revision>
  <dcterms:created xsi:type="dcterms:W3CDTF">2026-09-22T23:01:20Z</dcterms:created>
  <dcterms:modified xsi:type="dcterms:W3CDTF">2026-09-22T23:01:20Z</dcterms:modified>
</cp:coreProperties>
</file>