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tailed ground-level site 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7954" y="91440"/>
            <a:ext cx="8835788" cy="6675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PLAN — ROOM SCHEDULE (ground level)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7724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Areas measured off the drawn plan (ft², gross, measured to wall centrelines). The handout gives no areas — these are my proposal, to test against a brief schedule.</a:t>
            </a:r>
            <a:endParaRPr lang="en-US" sz="9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5577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651760"/>
                <a:gridCol w="914400"/>
              </a:tblGrid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BUILDING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ft²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PRINT + DISPATCH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PRINT HALL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 STORE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DISPATCH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subtotal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1,792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ARCHIVE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ARCHIVE STORES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1,170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CONSERVATION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DIGITISING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CONSULTATION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subtotal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2,339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 STUDIOS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SEMINAR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subtotal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1,508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 + EDITORIAL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NEWSROOM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1,219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EDITORIAL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RECORDING 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RECORDING 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EDITING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subtotal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3,583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WORKSHOPS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WORKSHOP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CLASSROOM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subtotal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1,792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PRESS CLUB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MEMBERS' LOUNGE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1,459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DINING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1,229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MEETING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KITCHEN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subtotal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3,840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GAMES + RECREATION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SNOOKER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1,214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 TENNIS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CARROM + CHESS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subtotal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3,036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188720"/>
          <a:ext cx="5577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651760"/>
                <a:gridCol w="914400"/>
              </a:tblGrid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BUILDING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ft²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CAFE + BOOKSHOP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CAFE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1,791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BOOKSHOP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WC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subtotal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3,257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715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STAFF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subtotal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1,299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LIBRARY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LENDING + STACKS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1,931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DESK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READING ROOM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1,717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subtotal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4,292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AUDITORIUM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SEATING (RAKED)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2,680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FOYER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1,218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subtotal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4,872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EXHIBITION + PRESS CONF.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FOYER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358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EXHIBITION GALLERY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1,971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PRESS CONFERENCE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1,792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subtotal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4,479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GAMES COURT (outdoor)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2,040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subtotal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2,040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GROUND-LEVEL FOOTPRINT ≈ 38,129 ft²  (≈36% of the traced site)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PLAN MEETS THE GROUND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114300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188720"/>
                <a:gridCol w="6400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FFL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SITS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Entry forum · cafe · games · court · exhibition · admin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+1' to +2'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 base — slab on grade, no fill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press club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+5'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sits on the gentle rise N of the old club; one step up from the forum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Library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+6' / +10'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floor plates stepping with the S slope; reading room on the upper step faces the summit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Auditorium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+4' → +10'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raked seating follows the existing slope; foyer at the low end, stage at the high end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Archive · research · media · workshops (NE bank)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+3' to +6'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 bars parallel to the contours; floor on piers where the bank drops to the road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Print + dispatch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+1'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 NW pocket; own service yard off Davis Rd N (proposed access)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Slopes +12' to +28'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planted; existing stairs kept as the public route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Summit +28'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forum around the existing structures; nothing new built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65760" y="512064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items: the survey has no north point; the service access, all building sizes and upper floors are proposals. Upper floors (e.g. second floors for research + media) are the next step.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 Plan: Shimla Pahari</dc:title>
  <dc:subject>PptxGenJS Presentation</dc:subject>
  <dc:creator>PptxGenJS</dc:creator>
  <cp:lastModifiedBy>PptxGenJS</cp:lastModifiedBy>
  <cp:revision>1</cp:revision>
  <dcterms:created xsi:type="dcterms:W3CDTF">2026-09-22T20:40:18Z</dcterms:created>
  <dcterms:modified xsi:type="dcterms:W3CDTF">2026-09-22T20:40:18Z</dcterms:modified>
</cp:coreProperties>
</file>