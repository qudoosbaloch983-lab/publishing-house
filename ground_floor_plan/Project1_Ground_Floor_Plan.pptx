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OUND FLOOR PLAN — WHOLE 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6647457" cy="6492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182880"/>
            <a:ext cx="6647457" cy="64922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098280" y="274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FLOOR PLAN — WHOLE SITE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9098280" y="1188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Contemporary Publishing House · Shimla Pahari, Lahore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9098280" y="1645920"/>
            <a:ext cx="350784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9064" y="1645920"/>
            <a:ext cx="350784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99848" y="1645920"/>
            <a:ext cx="350784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50632" y="1645920"/>
            <a:ext cx="350784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15400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9266184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9616968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9967752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650" dirty="0"/>
          </a:p>
        </p:txBody>
      </p:sp>
      <p:sp>
        <p:nvSpPr>
          <p:cNvPr id="14" name="Text 11"/>
          <p:cNvSpPr txBox="1"/>
          <p:nvPr/>
        </p:nvSpPr>
        <p:spPr>
          <a:xfrm>
            <a:off x="10318536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65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1938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feet · north not shown on survey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9098280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098280" y="2542032"/>
            <a:ext cx="274320" cy="137160"/>
          </a:xfrm>
          <a:prstGeom prst="rect">
            <a:avLst/>
          </a:prstGeom>
          <a:solidFill>
            <a:srgbClr val="1B1B1B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64040" y="2523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poché / wall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9098280" y="2770632"/>
            <a:ext cx="27432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464040" y="27523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glazing (thin double line)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9098280" y="2999232"/>
            <a:ext cx="274320" cy="137160"/>
          </a:xfrm>
          <a:prstGeom prst="rect">
            <a:avLst/>
          </a:prstGeom>
          <a:solidFill>
            <a:srgbClr val="FBF7F0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9809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timber floor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9098280" y="3227832"/>
            <a:ext cx="274320" cy="137160"/>
          </a:xfrm>
          <a:prstGeom prst="rect">
            <a:avLst/>
          </a:prstGeom>
          <a:solidFill>
            <a:srgbClr val="F2F2F2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464040" y="32095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tiled (wet areas)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9098280" y="3456432"/>
            <a:ext cx="274320" cy="137160"/>
          </a:xfrm>
          <a:prstGeom prst="rect">
            <a:avLst/>
          </a:prstGeom>
          <a:solidFill>
            <a:srgbClr val="F1EDE6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464040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paving / forum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98280" y="3685032"/>
            <a:ext cx="274320" cy="137160"/>
          </a:xfrm>
          <a:prstGeom prst="rect">
            <a:avLst/>
          </a:prstGeom>
          <a:solidFill>
            <a:srgbClr val="EEF5E8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64040" y="3666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planted slope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098280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①②③ / Ⓐ Ⓑ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grid per building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FFL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floor level above the survey ±0'-0" at the entrance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ft², measured off the drawing (proposal)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9098280" y="5852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Shimla Pahari survey (contours, levels, dimensions). Old Press Club removed. Building sizes, rooms, furniture and service access are design proposals.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NLARGED PLAN 1 — CIVIC FRONT: exhibition · press conference · library · ca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7377545" cy="6492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182880"/>
            <a:ext cx="7377545" cy="64922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098280" y="274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ENLARGED PLAN 1 — CIVIC FRONT: exhibition · press conference · library · cafe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9098280" y="1188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Contemporary Publishing House · Shimla Pahari, Lahore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9098280" y="1645920"/>
            <a:ext cx="395436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93716" y="1645920"/>
            <a:ext cx="395436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889153" y="1645920"/>
            <a:ext cx="395436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84589" y="1645920"/>
            <a:ext cx="395436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15400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9310836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9706273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10101709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50" dirty="0"/>
          </a:p>
        </p:txBody>
      </p:sp>
      <p:sp>
        <p:nvSpPr>
          <p:cNvPr id="14" name="Text 11"/>
          <p:cNvSpPr txBox="1"/>
          <p:nvPr/>
        </p:nvSpPr>
        <p:spPr>
          <a:xfrm>
            <a:off x="10497146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65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1938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feet · north not shown on survey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9098280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098280" y="2542032"/>
            <a:ext cx="274320" cy="137160"/>
          </a:xfrm>
          <a:prstGeom prst="rect">
            <a:avLst/>
          </a:prstGeom>
          <a:solidFill>
            <a:srgbClr val="1B1B1B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64040" y="2523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poché / wall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9098280" y="2770632"/>
            <a:ext cx="27432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464040" y="27523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glazing (thin double line)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9098280" y="2999232"/>
            <a:ext cx="274320" cy="137160"/>
          </a:xfrm>
          <a:prstGeom prst="rect">
            <a:avLst/>
          </a:prstGeom>
          <a:solidFill>
            <a:srgbClr val="FBF7F0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9809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timber floor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9098280" y="3227832"/>
            <a:ext cx="274320" cy="137160"/>
          </a:xfrm>
          <a:prstGeom prst="rect">
            <a:avLst/>
          </a:prstGeom>
          <a:solidFill>
            <a:srgbClr val="F2F2F2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464040" y="32095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tiled (wet areas)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9098280" y="3456432"/>
            <a:ext cx="274320" cy="137160"/>
          </a:xfrm>
          <a:prstGeom prst="rect">
            <a:avLst/>
          </a:prstGeom>
          <a:solidFill>
            <a:srgbClr val="F1EDE6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464040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paving / forum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98280" y="3685032"/>
            <a:ext cx="274320" cy="137160"/>
          </a:xfrm>
          <a:prstGeom prst="rect">
            <a:avLst/>
          </a:prstGeom>
          <a:solidFill>
            <a:srgbClr val="EEF5E8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64040" y="3666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planted slope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098280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①②③ / Ⓐ Ⓑ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grid per building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FFL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floor level above the survey ±0'-0" at the entrance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ft², measured off the drawing (proposal)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9098280" y="5852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Shimla Pahari survey (contours, levels, dimensions). Old Press Club removed. Building sizes, rooms, furniture and service access are design proposals.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NLARGED PLAN 2 — CLUB + RECREATION: new press club · games · admin · workshops · cou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7162753" cy="6492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182880"/>
            <a:ext cx="7162753" cy="64922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098280" y="274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ENLARGED PLAN 2 — CLUB + RECREATION: new press club · games · admin · workshops · court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9098280" y="1188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Contemporary Publishing House · Shimla Pahari, Lahore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9098280" y="1645920"/>
            <a:ext cx="299940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98220" y="1645920"/>
            <a:ext cx="299940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98161" y="1645920"/>
            <a:ext cx="299940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98101" y="1645920"/>
            <a:ext cx="299940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15400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9215340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9515281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9815221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50" dirty="0"/>
          </a:p>
        </p:txBody>
      </p:sp>
      <p:sp>
        <p:nvSpPr>
          <p:cNvPr id="14" name="Text 11"/>
          <p:cNvSpPr txBox="1"/>
          <p:nvPr/>
        </p:nvSpPr>
        <p:spPr>
          <a:xfrm>
            <a:off x="10115161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65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1938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feet · north not shown on survey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9098280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098280" y="2542032"/>
            <a:ext cx="274320" cy="137160"/>
          </a:xfrm>
          <a:prstGeom prst="rect">
            <a:avLst/>
          </a:prstGeom>
          <a:solidFill>
            <a:srgbClr val="1B1B1B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64040" y="2523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poché / wall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9098280" y="2770632"/>
            <a:ext cx="27432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464040" y="27523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glazing (thin double line)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9098280" y="2999232"/>
            <a:ext cx="274320" cy="137160"/>
          </a:xfrm>
          <a:prstGeom prst="rect">
            <a:avLst/>
          </a:prstGeom>
          <a:solidFill>
            <a:srgbClr val="FBF7F0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9809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timber floor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9098280" y="3227832"/>
            <a:ext cx="274320" cy="137160"/>
          </a:xfrm>
          <a:prstGeom prst="rect">
            <a:avLst/>
          </a:prstGeom>
          <a:solidFill>
            <a:srgbClr val="F2F2F2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464040" y="32095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tiled (wet areas)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9098280" y="3456432"/>
            <a:ext cx="274320" cy="137160"/>
          </a:xfrm>
          <a:prstGeom prst="rect">
            <a:avLst/>
          </a:prstGeom>
          <a:solidFill>
            <a:srgbClr val="F1EDE6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464040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paving / forum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98280" y="3685032"/>
            <a:ext cx="274320" cy="137160"/>
          </a:xfrm>
          <a:prstGeom prst="rect">
            <a:avLst/>
          </a:prstGeom>
          <a:solidFill>
            <a:srgbClr val="EEF5E8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64040" y="3666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planted slope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098280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①②③ / Ⓐ Ⓑ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grid per building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FFL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floor level above the survey ±0'-0" at the entrance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ft², measured off the drawing (proposal)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9098280" y="5852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Shimla Pahari survey (contours, levels, dimensions). Old Press Club removed. Building sizes, rooms, furniture and service access are design proposals.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NLARGED PLAN 3 — NE BANK: print · archive · research · media + editor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8595360" cy="635579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182880"/>
            <a:ext cx="8595360" cy="6355791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098280" y="274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ENLARGED PLAN 3 — NE BANK: print · archive · research · media + editorial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9098280" y="1188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Contemporary Publishing House · Shimla Pahari, Lahore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9098280" y="1645920"/>
            <a:ext cx="239954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38234" y="1645920"/>
            <a:ext cx="239954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78188" y="1645920"/>
            <a:ext cx="239954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18141" y="1645920"/>
            <a:ext cx="239954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15400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9155354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9395308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9635261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50" dirty="0"/>
          </a:p>
        </p:txBody>
      </p:sp>
      <p:sp>
        <p:nvSpPr>
          <p:cNvPr id="14" name="Text 11"/>
          <p:cNvSpPr txBox="1"/>
          <p:nvPr/>
        </p:nvSpPr>
        <p:spPr>
          <a:xfrm>
            <a:off x="9875215" y="17556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65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1938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feet · north not shown on survey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9098280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098280" y="2542032"/>
            <a:ext cx="274320" cy="137160"/>
          </a:xfrm>
          <a:prstGeom prst="rect">
            <a:avLst/>
          </a:prstGeom>
          <a:solidFill>
            <a:srgbClr val="1B1B1B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64040" y="2523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poché / wall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9098280" y="2770632"/>
            <a:ext cx="27432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464040" y="27523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glazing (thin double line)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9098280" y="2999232"/>
            <a:ext cx="274320" cy="137160"/>
          </a:xfrm>
          <a:prstGeom prst="rect">
            <a:avLst/>
          </a:prstGeom>
          <a:solidFill>
            <a:srgbClr val="FBF7F0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9809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timber floor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9098280" y="3227832"/>
            <a:ext cx="274320" cy="137160"/>
          </a:xfrm>
          <a:prstGeom prst="rect">
            <a:avLst/>
          </a:prstGeom>
          <a:solidFill>
            <a:srgbClr val="F2F2F2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464040" y="32095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tiled (wet areas)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9098280" y="3456432"/>
            <a:ext cx="274320" cy="137160"/>
          </a:xfrm>
          <a:prstGeom prst="rect">
            <a:avLst/>
          </a:prstGeom>
          <a:solidFill>
            <a:srgbClr val="F1EDE6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464040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paving / forum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98280" y="3685032"/>
            <a:ext cx="274320" cy="137160"/>
          </a:xfrm>
          <a:prstGeom prst="rect">
            <a:avLst/>
          </a:prstGeom>
          <a:solidFill>
            <a:srgbClr val="EEF5E8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64040" y="3666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planted slope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098280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①②③ / Ⓐ Ⓑ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grid per building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FFL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floor level above the survey ±0'-0" at the entrance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ft², measured off the drawing (proposal)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9098280" y="5852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Shimla Pahari survey (contours, levels, dimensions). Old Press Club removed. Building sizes, rooms, furniture and service access are design proposals.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 Floor Plan</dc:title>
  <dc:subject>PptxGenJS Presentation</dc:subject>
  <dc:creator>PptxGenJS</dc:creator>
  <cp:lastModifiedBy>PptxGenJS</cp:lastModifiedBy>
  <cp:revision>1</cp:revision>
  <dcterms:created xsi:type="dcterms:W3CDTF">2026-09-22T20:49:36Z</dcterms:created>
  <dcterms:modified xsi:type="dcterms:W3CDTF">2026-09-22T20:49:36Z</dcterms:modified>
</cp:coreProperties>
</file>