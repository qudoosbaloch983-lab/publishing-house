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READING — LEVELS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Contours from the survey (+4' … +28'), grouped into four bands. Everything below is measured off the drawing.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9451" y="1847140"/>
            <a:ext cx="3957118" cy="4032688"/>
          </a:xfrm>
          <a:custGeom>
            <a:avLst/>
            <a:gdLst/>
            <a:ahLst/>
            <a:cxnLst/>
            <a:rect l="l" t="t" r="r" b="b"/>
            <a:pathLst>
              <a:path w="3957118" h="4032688">
                <a:moveTo>
                  <a:pt x="99412" y="2076846"/>
                </a:moveTo>
                <a:lnTo>
                  <a:pt x="117854" y="2121828"/>
                </a:lnTo>
                <a:lnTo>
                  <a:pt x="137647" y="2165911"/>
                </a:lnTo>
                <a:lnTo>
                  <a:pt x="157889" y="2209544"/>
                </a:lnTo>
                <a:lnTo>
                  <a:pt x="179031" y="2252728"/>
                </a:lnTo>
                <a:lnTo>
                  <a:pt x="201522" y="2295911"/>
                </a:lnTo>
                <a:lnTo>
                  <a:pt x="224013" y="2338195"/>
                </a:lnTo>
                <a:lnTo>
                  <a:pt x="246954" y="2380478"/>
                </a:lnTo>
                <a:lnTo>
                  <a:pt x="293286" y="2465045"/>
                </a:lnTo>
                <a:lnTo>
                  <a:pt x="340968" y="2549163"/>
                </a:lnTo>
                <a:lnTo>
                  <a:pt x="363909" y="2591446"/>
                </a:lnTo>
                <a:lnTo>
                  <a:pt x="386850" y="2634180"/>
                </a:lnTo>
                <a:lnTo>
                  <a:pt x="409791" y="2676464"/>
                </a:lnTo>
                <a:lnTo>
                  <a:pt x="432732" y="2718297"/>
                </a:lnTo>
                <a:lnTo>
                  <a:pt x="480864" y="2802415"/>
                </a:lnTo>
                <a:lnTo>
                  <a:pt x="528095" y="2886532"/>
                </a:lnTo>
                <a:lnTo>
                  <a:pt x="575777" y="2970200"/>
                </a:lnTo>
                <a:lnTo>
                  <a:pt x="599618" y="3012483"/>
                </a:lnTo>
                <a:lnTo>
                  <a:pt x="623459" y="3054317"/>
                </a:lnTo>
                <a:lnTo>
                  <a:pt x="647749" y="3095701"/>
                </a:lnTo>
                <a:lnTo>
                  <a:pt x="671140" y="3137985"/>
                </a:lnTo>
                <a:lnTo>
                  <a:pt x="694531" y="3180268"/>
                </a:lnTo>
                <a:lnTo>
                  <a:pt x="719271" y="3222102"/>
                </a:lnTo>
                <a:lnTo>
                  <a:pt x="744012" y="3263036"/>
                </a:lnTo>
                <a:lnTo>
                  <a:pt x="769202" y="3304420"/>
                </a:lnTo>
                <a:lnTo>
                  <a:pt x="782247" y="3324663"/>
                </a:lnTo>
                <a:lnTo>
                  <a:pt x="796192" y="3344455"/>
                </a:lnTo>
                <a:lnTo>
                  <a:pt x="810136" y="3364247"/>
                </a:lnTo>
                <a:lnTo>
                  <a:pt x="824981" y="3383590"/>
                </a:lnTo>
                <a:lnTo>
                  <a:pt x="855119" y="3420925"/>
                </a:lnTo>
                <a:lnTo>
                  <a:pt x="869963" y="3439818"/>
                </a:lnTo>
                <a:lnTo>
                  <a:pt x="883908" y="3459160"/>
                </a:lnTo>
                <a:lnTo>
                  <a:pt x="910447" y="3499195"/>
                </a:lnTo>
                <a:lnTo>
                  <a:pt x="924392" y="3519437"/>
                </a:lnTo>
                <a:lnTo>
                  <a:pt x="938337" y="3538780"/>
                </a:lnTo>
                <a:lnTo>
                  <a:pt x="953181" y="3557672"/>
                </a:lnTo>
                <a:lnTo>
                  <a:pt x="968925" y="3576115"/>
                </a:lnTo>
                <a:lnTo>
                  <a:pt x="985568" y="3594108"/>
                </a:lnTo>
                <a:lnTo>
                  <a:pt x="1001762" y="3611651"/>
                </a:lnTo>
                <a:lnTo>
                  <a:pt x="1018855" y="3628745"/>
                </a:lnTo>
                <a:lnTo>
                  <a:pt x="1035949" y="3645388"/>
                </a:lnTo>
                <a:lnTo>
                  <a:pt x="1054392" y="3661132"/>
                </a:lnTo>
                <a:lnTo>
                  <a:pt x="1071935" y="3677326"/>
                </a:lnTo>
                <a:lnTo>
                  <a:pt x="1090828" y="3693070"/>
                </a:lnTo>
                <a:lnTo>
                  <a:pt x="1109270" y="3708364"/>
                </a:lnTo>
                <a:lnTo>
                  <a:pt x="1128163" y="3723208"/>
                </a:lnTo>
                <a:lnTo>
                  <a:pt x="1147056" y="3737603"/>
                </a:lnTo>
                <a:lnTo>
                  <a:pt x="1166848" y="3751997"/>
                </a:lnTo>
                <a:lnTo>
                  <a:pt x="1186640" y="3765492"/>
                </a:lnTo>
                <a:lnTo>
                  <a:pt x="1206433" y="3779436"/>
                </a:lnTo>
                <a:lnTo>
                  <a:pt x="1227575" y="3792032"/>
                </a:lnTo>
                <a:lnTo>
                  <a:pt x="1247817" y="3805076"/>
                </a:lnTo>
                <a:lnTo>
                  <a:pt x="1268509" y="3816772"/>
                </a:lnTo>
                <a:lnTo>
                  <a:pt x="1289201" y="3828917"/>
                </a:lnTo>
                <a:lnTo>
                  <a:pt x="1310792" y="3840163"/>
                </a:lnTo>
                <a:lnTo>
                  <a:pt x="1331934" y="3851409"/>
                </a:lnTo>
                <a:lnTo>
                  <a:pt x="1353526" y="3862204"/>
                </a:lnTo>
                <a:lnTo>
                  <a:pt x="1375567" y="3872101"/>
                </a:lnTo>
                <a:lnTo>
                  <a:pt x="1398059" y="3881997"/>
                </a:lnTo>
                <a:lnTo>
                  <a:pt x="1420100" y="3891443"/>
                </a:lnTo>
                <a:lnTo>
                  <a:pt x="1442142" y="3900440"/>
                </a:lnTo>
                <a:lnTo>
                  <a:pt x="1465083" y="3908536"/>
                </a:lnTo>
                <a:lnTo>
                  <a:pt x="1487574" y="3916633"/>
                </a:lnTo>
                <a:lnTo>
                  <a:pt x="1510515" y="3924730"/>
                </a:lnTo>
                <a:lnTo>
                  <a:pt x="1533456" y="3931478"/>
                </a:lnTo>
                <a:lnTo>
                  <a:pt x="1556397" y="3938675"/>
                </a:lnTo>
                <a:lnTo>
                  <a:pt x="1579338" y="3944972"/>
                </a:lnTo>
                <a:lnTo>
                  <a:pt x="1603179" y="3950820"/>
                </a:lnTo>
                <a:lnTo>
                  <a:pt x="1626570" y="3956668"/>
                </a:lnTo>
                <a:lnTo>
                  <a:pt x="1649961" y="3962066"/>
                </a:lnTo>
                <a:lnTo>
                  <a:pt x="1673352" y="3967014"/>
                </a:lnTo>
                <a:lnTo>
                  <a:pt x="1721034" y="3976010"/>
                </a:lnTo>
                <a:lnTo>
                  <a:pt x="1768715" y="3984557"/>
                </a:lnTo>
                <a:lnTo>
                  <a:pt x="1816397" y="3991304"/>
                </a:lnTo>
                <a:lnTo>
                  <a:pt x="1864528" y="3997152"/>
                </a:lnTo>
                <a:lnTo>
                  <a:pt x="1912210" y="4002550"/>
                </a:lnTo>
                <a:lnTo>
                  <a:pt x="1959891" y="4008398"/>
                </a:lnTo>
                <a:lnTo>
                  <a:pt x="2008022" y="4014695"/>
                </a:lnTo>
                <a:lnTo>
                  <a:pt x="2056154" y="4020093"/>
                </a:lnTo>
                <a:lnTo>
                  <a:pt x="2079995" y="4022342"/>
                </a:lnTo>
                <a:lnTo>
                  <a:pt x="2104285" y="4024142"/>
                </a:lnTo>
                <a:lnTo>
                  <a:pt x="2152416" y="4026841"/>
                </a:lnTo>
                <a:lnTo>
                  <a:pt x="2248679" y="4031339"/>
                </a:lnTo>
                <a:lnTo>
                  <a:pt x="2272520" y="4032239"/>
                </a:lnTo>
                <a:lnTo>
                  <a:pt x="2296361" y="4032688"/>
                </a:lnTo>
                <a:lnTo>
                  <a:pt x="2320651" y="4032688"/>
                </a:lnTo>
                <a:lnTo>
                  <a:pt x="2344492" y="4032239"/>
                </a:lnTo>
                <a:lnTo>
                  <a:pt x="2393073" y="4029989"/>
                </a:lnTo>
                <a:lnTo>
                  <a:pt x="2441205" y="4028640"/>
                </a:lnTo>
                <a:lnTo>
                  <a:pt x="2465495" y="4027740"/>
                </a:lnTo>
                <a:lnTo>
                  <a:pt x="2489336" y="4025941"/>
                </a:lnTo>
                <a:lnTo>
                  <a:pt x="2513627" y="4024142"/>
                </a:lnTo>
                <a:lnTo>
                  <a:pt x="2537467" y="4020993"/>
                </a:lnTo>
                <a:lnTo>
                  <a:pt x="2560858" y="4016495"/>
                </a:lnTo>
                <a:lnTo>
                  <a:pt x="2584699" y="4010647"/>
                </a:lnTo>
                <a:lnTo>
                  <a:pt x="2607640" y="4004349"/>
                </a:lnTo>
                <a:lnTo>
                  <a:pt x="2631031" y="3996702"/>
                </a:lnTo>
                <a:lnTo>
                  <a:pt x="2653522" y="3987706"/>
                </a:lnTo>
                <a:lnTo>
                  <a:pt x="2674664" y="3977360"/>
                </a:lnTo>
                <a:lnTo>
                  <a:pt x="2696706" y="3967014"/>
                </a:lnTo>
                <a:lnTo>
                  <a:pt x="2717398" y="3954419"/>
                </a:lnTo>
                <a:lnTo>
                  <a:pt x="2737190" y="3941374"/>
                </a:lnTo>
                <a:lnTo>
                  <a:pt x="2747536" y="3934626"/>
                </a:lnTo>
                <a:lnTo>
                  <a:pt x="2757882" y="3927879"/>
                </a:lnTo>
                <a:lnTo>
                  <a:pt x="2766879" y="3919782"/>
                </a:lnTo>
                <a:lnTo>
                  <a:pt x="2775875" y="3912135"/>
                </a:lnTo>
                <a:lnTo>
                  <a:pt x="2784872" y="3904488"/>
                </a:lnTo>
                <a:lnTo>
                  <a:pt x="2793868" y="3895941"/>
                </a:lnTo>
                <a:lnTo>
                  <a:pt x="2801965" y="3887395"/>
                </a:lnTo>
                <a:lnTo>
                  <a:pt x="2810062" y="3877948"/>
                </a:lnTo>
                <a:lnTo>
                  <a:pt x="2817709" y="3868952"/>
                </a:lnTo>
                <a:lnTo>
                  <a:pt x="2824906" y="3859505"/>
                </a:lnTo>
                <a:lnTo>
                  <a:pt x="2832103" y="3849159"/>
                </a:lnTo>
                <a:lnTo>
                  <a:pt x="2838851" y="3839263"/>
                </a:lnTo>
                <a:lnTo>
                  <a:pt x="2851896" y="3819021"/>
                </a:lnTo>
                <a:lnTo>
                  <a:pt x="2856844" y="3808225"/>
                </a:lnTo>
                <a:lnTo>
                  <a:pt x="2863141" y="3797429"/>
                </a:lnTo>
                <a:lnTo>
                  <a:pt x="2868089" y="3786634"/>
                </a:lnTo>
                <a:lnTo>
                  <a:pt x="2873037" y="3775388"/>
                </a:lnTo>
                <a:lnTo>
                  <a:pt x="2877536" y="3765042"/>
                </a:lnTo>
                <a:lnTo>
                  <a:pt x="2881584" y="3752897"/>
                </a:lnTo>
                <a:lnTo>
                  <a:pt x="2885183" y="3742101"/>
                </a:lnTo>
                <a:lnTo>
                  <a:pt x="2889231" y="3729956"/>
                </a:lnTo>
                <a:lnTo>
                  <a:pt x="2895079" y="3707014"/>
                </a:lnTo>
                <a:lnTo>
                  <a:pt x="2900477" y="3683174"/>
                </a:lnTo>
                <a:lnTo>
                  <a:pt x="2909923" y="3635942"/>
                </a:lnTo>
                <a:lnTo>
                  <a:pt x="2915321" y="3612551"/>
                </a:lnTo>
                <a:lnTo>
                  <a:pt x="2920719" y="3589160"/>
                </a:lnTo>
                <a:lnTo>
                  <a:pt x="2927017" y="3566219"/>
                </a:lnTo>
                <a:lnTo>
                  <a:pt x="2933314" y="3542378"/>
                </a:lnTo>
                <a:lnTo>
                  <a:pt x="2940511" y="3519437"/>
                </a:lnTo>
                <a:lnTo>
                  <a:pt x="2948608" y="3496496"/>
                </a:lnTo>
                <a:lnTo>
                  <a:pt x="2956255" y="3473555"/>
                </a:lnTo>
                <a:lnTo>
                  <a:pt x="2964352" y="3451064"/>
                </a:lnTo>
                <a:lnTo>
                  <a:pt x="2981895" y="3406531"/>
                </a:lnTo>
                <a:lnTo>
                  <a:pt x="2991342" y="3384040"/>
                </a:lnTo>
                <a:lnTo>
                  <a:pt x="3000788" y="3361998"/>
                </a:lnTo>
                <a:lnTo>
                  <a:pt x="3011134" y="3339957"/>
                </a:lnTo>
                <a:lnTo>
                  <a:pt x="3021480" y="3318365"/>
                </a:lnTo>
                <a:lnTo>
                  <a:pt x="3034075" y="3297223"/>
                </a:lnTo>
                <a:lnTo>
                  <a:pt x="3039923" y="3287327"/>
                </a:lnTo>
                <a:lnTo>
                  <a:pt x="3046670" y="3276981"/>
                </a:lnTo>
                <a:lnTo>
                  <a:pt x="3060615" y="3257638"/>
                </a:lnTo>
                <a:lnTo>
                  <a:pt x="3075459" y="3238746"/>
                </a:lnTo>
                <a:lnTo>
                  <a:pt x="3091203" y="3219853"/>
                </a:lnTo>
                <a:lnTo>
                  <a:pt x="3106497" y="3201860"/>
                </a:lnTo>
                <a:lnTo>
                  <a:pt x="3138435" y="3165424"/>
                </a:lnTo>
                <a:lnTo>
                  <a:pt x="3171272" y="3129438"/>
                </a:lnTo>
                <a:lnTo>
                  <a:pt x="3204559" y="3094802"/>
                </a:lnTo>
                <a:lnTo>
                  <a:pt x="3220753" y="3077708"/>
                </a:lnTo>
                <a:lnTo>
                  <a:pt x="3237846" y="3060615"/>
                </a:lnTo>
                <a:lnTo>
                  <a:pt x="3255839" y="3043971"/>
                </a:lnTo>
                <a:lnTo>
                  <a:pt x="3274282" y="3028677"/>
                </a:lnTo>
                <a:lnTo>
                  <a:pt x="3293625" y="3014283"/>
                </a:lnTo>
                <a:lnTo>
                  <a:pt x="3313417" y="3000338"/>
                </a:lnTo>
                <a:lnTo>
                  <a:pt x="3333659" y="2988193"/>
                </a:lnTo>
                <a:lnTo>
                  <a:pt x="3355251" y="2975598"/>
                </a:lnTo>
                <a:lnTo>
                  <a:pt x="3376393" y="2964802"/>
                </a:lnTo>
                <a:lnTo>
                  <a:pt x="3398434" y="2954456"/>
                </a:lnTo>
                <a:lnTo>
                  <a:pt x="3420026" y="2943660"/>
                </a:lnTo>
                <a:lnTo>
                  <a:pt x="3441617" y="2934214"/>
                </a:lnTo>
                <a:lnTo>
                  <a:pt x="3464109" y="2924318"/>
                </a:lnTo>
                <a:lnTo>
                  <a:pt x="3486150" y="2914871"/>
                </a:lnTo>
                <a:lnTo>
                  <a:pt x="3530683" y="2897328"/>
                </a:lnTo>
                <a:lnTo>
                  <a:pt x="3576115" y="2880684"/>
                </a:lnTo>
                <a:lnTo>
                  <a:pt x="3621548" y="2864041"/>
                </a:lnTo>
                <a:lnTo>
                  <a:pt x="3644039" y="2855494"/>
                </a:lnTo>
                <a:lnTo>
                  <a:pt x="3666080" y="2846048"/>
                </a:lnTo>
                <a:lnTo>
                  <a:pt x="3677326" y="2840650"/>
                </a:lnTo>
                <a:lnTo>
                  <a:pt x="3688122" y="2834802"/>
                </a:lnTo>
                <a:lnTo>
                  <a:pt x="3698018" y="2828954"/>
                </a:lnTo>
                <a:lnTo>
                  <a:pt x="3708364" y="2822207"/>
                </a:lnTo>
                <a:lnTo>
                  <a:pt x="3718260" y="2815460"/>
                </a:lnTo>
                <a:lnTo>
                  <a:pt x="3728156" y="2808263"/>
                </a:lnTo>
                <a:lnTo>
                  <a:pt x="3747049" y="2793418"/>
                </a:lnTo>
                <a:lnTo>
                  <a:pt x="3765492" y="2778124"/>
                </a:lnTo>
                <a:lnTo>
                  <a:pt x="3783035" y="2761481"/>
                </a:lnTo>
                <a:lnTo>
                  <a:pt x="3800578" y="2744837"/>
                </a:lnTo>
                <a:lnTo>
                  <a:pt x="3817672" y="2727744"/>
                </a:lnTo>
                <a:lnTo>
                  <a:pt x="3833865" y="2709751"/>
                </a:lnTo>
                <a:lnTo>
                  <a:pt x="3848710" y="2690858"/>
                </a:lnTo>
                <a:lnTo>
                  <a:pt x="3856357" y="2681412"/>
                </a:lnTo>
                <a:lnTo>
                  <a:pt x="3862654" y="2671515"/>
                </a:lnTo>
                <a:lnTo>
                  <a:pt x="3869402" y="2661619"/>
                </a:lnTo>
                <a:lnTo>
                  <a:pt x="3875249" y="2650823"/>
                </a:lnTo>
                <a:lnTo>
                  <a:pt x="3881997" y="2640477"/>
                </a:lnTo>
                <a:lnTo>
                  <a:pt x="3887395" y="2630131"/>
                </a:lnTo>
                <a:lnTo>
                  <a:pt x="3897291" y="2608090"/>
                </a:lnTo>
                <a:lnTo>
                  <a:pt x="3907187" y="2586049"/>
                </a:lnTo>
                <a:lnTo>
                  <a:pt x="3915734" y="2563107"/>
                </a:lnTo>
                <a:lnTo>
                  <a:pt x="3922931" y="2540166"/>
                </a:lnTo>
                <a:lnTo>
                  <a:pt x="3930128" y="2517225"/>
                </a:lnTo>
                <a:lnTo>
                  <a:pt x="3936426" y="2494284"/>
                </a:lnTo>
                <a:lnTo>
                  <a:pt x="3942273" y="2470893"/>
                </a:lnTo>
                <a:lnTo>
                  <a:pt x="3947221" y="2447052"/>
                </a:lnTo>
                <a:lnTo>
                  <a:pt x="3951270" y="2423212"/>
                </a:lnTo>
                <a:lnTo>
                  <a:pt x="3953969" y="2399371"/>
                </a:lnTo>
                <a:lnTo>
                  <a:pt x="3956218" y="2375080"/>
                </a:lnTo>
                <a:lnTo>
                  <a:pt x="3957118" y="2351239"/>
                </a:lnTo>
                <a:lnTo>
                  <a:pt x="3957118" y="2326949"/>
                </a:lnTo>
                <a:lnTo>
                  <a:pt x="3957118" y="2303108"/>
                </a:lnTo>
                <a:lnTo>
                  <a:pt x="3955768" y="2278818"/>
                </a:lnTo>
                <a:lnTo>
                  <a:pt x="3953969" y="2254977"/>
                </a:lnTo>
                <a:lnTo>
                  <a:pt x="3951270" y="2230686"/>
                </a:lnTo>
                <a:lnTo>
                  <a:pt x="3947671" y="2206845"/>
                </a:lnTo>
                <a:lnTo>
                  <a:pt x="3942723" y="2183454"/>
                </a:lnTo>
                <a:lnTo>
                  <a:pt x="3937325" y="2159614"/>
                </a:lnTo>
                <a:lnTo>
                  <a:pt x="3931028" y="2136673"/>
                </a:lnTo>
                <a:lnTo>
                  <a:pt x="3924280" y="2113731"/>
                </a:lnTo>
                <a:lnTo>
                  <a:pt x="3916183" y="2090790"/>
                </a:lnTo>
                <a:lnTo>
                  <a:pt x="3907637" y="2067849"/>
                </a:lnTo>
                <a:lnTo>
                  <a:pt x="3899090" y="2045358"/>
                </a:lnTo>
                <a:lnTo>
                  <a:pt x="3889194" y="2023766"/>
                </a:lnTo>
                <a:lnTo>
                  <a:pt x="3879748" y="2001725"/>
                </a:lnTo>
                <a:lnTo>
                  <a:pt x="3868952" y="1979683"/>
                </a:lnTo>
                <a:lnTo>
                  <a:pt x="3859056" y="1958542"/>
                </a:lnTo>
                <a:lnTo>
                  <a:pt x="3847810" y="1936500"/>
                </a:lnTo>
                <a:lnTo>
                  <a:pt x="3836114" y="1915808"/>
                </a:lnTo>
                <a:lnTo>
                  <a:pt x="3789333" y="1830791"/>
                </a:lnTo>
                <a:lnTo>
                  <a:pt x="3765492" y="1788957"/>
                </a:lnTo>
                <a:lnTo>
                  <a:pt x="3752897" y="1768265"/>
                </a:lnTo>
                <a:lnTo>
                  <a:pt x="3743001" y="1751622"/>
                </a:lnTo>
                <a:lnTo>
                  <a:pt x="1572141" y="111557"/>
                </a:lnTo>
                <a:lnTo>
                  <a:pt x="1558197" y="107508"/>
                </a:lnTo>
                <a:lnTo>
                  <a:pt x="1535705" y="99861"/>
                </a:lnTo>
                <a:lnTo>
                  <a:pt x="1442591" y="72872"/>
                </a:lnTo>
                <a:lnTo>
                  <a:pt x="1396709" y="58477"/>
                </a:lnTo>
                <a:lnTo>
                  <a:pt x="1373768" y="51280"/>
                </a:lnTo>
                <a:lnTo>
                  <a:pt x="1350377" y="45432"/>
                </a:lnTo>
                <a:lnTo>
                  <a:pt x="1326986" y="40034"/>
                </a:lnTo>
                <a:lnTo>
                  <a:pt x="1303145" y="35086"/>
                </a:lnTo>
                <a:lnTo>
                  <a:pt x="1279754" y="30588"/>
                </a:lnTo>
                <a:lnTo>
                  <a:pt x="1255914" y="25640"/>
                </a:lnTo>
                <a:lnTo>
                  <a:pt x="1232073" y="22041"/>
                </a:lnTo>
                <a:lnTo>
                  <a:pt x="1208232" y="18443"/>
                </a:lnTo>
                <a:lnTo>
                  <a:pt x="1183942" y="15294"/>
                </a:lnTo>
                <a:lnTo>
                  <a:pt x="1160101" y="11695"/>
                </a:lnTo>
                <a:lnTo>
                  <a:pt x="1136260" y="9896"/>
                </a:lnTo>
                <a:lnTo>
                  <a:pt x="1111969" y="7197"/>
                </a:lnTo>
                <a:lnTo>
                  <a:pt x="1063838" y="4048"/>
                </a:lnTo>
                <a:lnTo>
                  <a:pt x="1015707" y="1799"/>
                </a:lnTo>
                <a:lnTo>
                  <a:pt x="991866" y="900"/>
                </a:lnTo>
                <a:lnTo>
                  <a:pt x="967575" y="0"/>
                </a:lnTo>
                <a:lnTo>
                  <a:pt x="943735" y="0"/>
                </a:lnTo>
                <a:lnTo>
                  <a:pt x="919444" y="900"/>
                </a:lnTo>
                <a:lnTo>
                  <a:pt x="895603" y="2249"/>
                </a:lnTo>
                <a:lnTo>
                  <a:pt x="871762" y="4498"/>
                </a:lnTo>
                <a:lnTo>
                  <a:pt x="847472" y="7197"/>
                </a:lnTo>
                <a:lnTo>
                  <a:pt x="823631" y="10346"/>
                </a:lnTo>
                <a:lnTo>
                  <a:pt x="799790" y="14394"/>
                </a:lnTo>
                <a:lnTo>
                  <a:pt x="776399" y="18443"/>
                </a:lnTo>
                <a:lnTo>
                  <a:pt x="728718" y="27889"/>
                </a:lnTo>
                <a:lnTo>
                  <a:pt x="681486" y="35986"/>
                </a:lnTo>
                <a:lnTo>
                  <a:pt x="657196" y="40934"/>
                </a:lnTo>
                <a:lnTo>
                  <a:pt x="645500" y="43633"/>
                </a:lnTo>
                <a:lnTo>
                  <a:pt x="634254" y="46782"/>
                </a:lnTo>
                <a:lnTo>
                  <a:pt x="622559" y="49931"/>
                </a:lnTo>
                <a:lnTo>
                  <a:pt x="611313" y="53529"/>
                </a:lnTo>
                <a:lnTo>
                  <a:pt x="600068" y="58028"/>
                </a:lnTo>
                <a:lnTo>
                  <a:pt x="589272" y="63425"/>
                </a:lnTo>
                <a:lnTo>
                  <a:pt x="578026" y="68374"/>
                </a:lnTo>
                <a:lnTo>
                  <a:pt x="568130" y="74221"/>
                </a:lnTo>
                <a:lnTo>
                  <a:pt x="557784" y="80969"/>
                </a:lnTo>
                <a:lnTo>
                  <a:pt x="548338" y="88166"/>
                </a:lnTo>
                <a:lnTo>
                  <a:pt x="539341" y="95813"/>
                </a:lnTo>
                <a:lnTo>
                  <a:pt x="530345" y="104360"/>
                </a:lnTo>
                <a:lnTo>
                  <a:pt x="521798" y="112456"/>
                </a:lnTo>
                <a:lnTo>
                  <a:pt x="513251" y="121453"/>
                </a:lnTo>
                <a:lnTo>
                  <a:pt x="497507" y="139446"/>
                </a:lnTo>
                <a:lnTo>
                  <a:pt x="482213" y="158339"/>
                </a:lnTo>
                <a:lnTo>
                  <a:pt x="468269" y="178131"/>
                </a:lnTo>
                <a:lnTo>
                  <a:pt x="454324" y="197474"/>
                </a:lnTo>
                <a:lnTo>
                  <a:pt x="440829" y="217716"/>
                </a:lnTo>
                <a:lnTo>
                  <a:pt x="428234" y="238408"/>
                </a:lnTo>
                <a:lnTo>
                  <a:pt x="403944" y="280241"/>
                </a:lnTo>
                <a:lnTo>
                  <a:pt x="380553" y="322525"/>
                </a:lnTo>
                <a:lnTo>
                  <a:pt x="358061" y="365259"/>
                </a:lnTo>
                <a:lnTo>
                  <a:pt x="336020" y="407992"/>
                </a:lnTo>
                <a:lnTo>
                  <a:pt x="315778" y="451625"/>
                </a:lnTo>
                <a:lnTo>
                  <a:pt x="295985" y="495258"/>
                </a:lnTo>
                <a:lnTo>
                  <a:pt x="277543" y="539791"/>
                </a:lnTo>
                <a:lnTo>
                  <a:pt x="259100" y="584774"/>
                </a:lnTo>
                <a:lnTo>
                  <a:pt x="242006" y="629756"/>
                </a:lnTo>
                <a:lnTo>
                  <a:pt x="225813" y="675189"/>
                </a:lnTo>
                <a:lnTo>
                  <a:pt x="209169" y="720171"/>
                </a:lnTo>
                <a:lnTo>
                  <a:pt x="193425" y="765604"/>
                </a:lnTo>
                <a:lnTo>
                  <a:pt x="178581" y="811936"/>
                </a:lnTo>
                <a:lnTo>
                  <a:pt x="164186" y="858268"/>
                </a:lnTo>
                <a:lnTo>
                  <a:pt x="149342" y="903700"/>
                </a:lnTo>
                <a:lnTo>
                  <a:pt x="88166" y="1086779"/>
                </a:lnTo>
                <a:lnTo>
                  <a:pt x="73771" y="1132661"/>
                </a:lnTo>
                <a:lnTo>
                  <a:pt x="67024" y="1156052"/>
                </a:lnTo>
                <a:lnTo>
                  <a:pt x="60726" y="1179443"/>
                </a:lnTo>
                <a:lnTo>
                  <a:pt x="54429" y="1202834"/>
                </a:lnTo>
                <a:lnTo>
                  <a:pt x="48581" y="1225775"/>
                </a:lnTo>
                <a:lnTo>
                  <a:pt x="38685" y="1273457"/>
                </a:lnTo>
                <a:lnTo>
                  <a:pt x="28339" y="1320239"/>
                </a:lnTo>
                <a:lnTo>
                  <a:pt x="24291" y="1344080"/>
                </a:lnTo>
                <a:lnTo>
                  <a:pt x="19792" y="1367920"/>
                </a:lnTo>
                <a:lnTo>
                  <a:pt x="16194" y="1391311"/>
                </a:lnTo>
                <a:lnTo>
                  <a:pt x="13045" y="1415602"/>
                </a:lnTo>
                <a:lnTo>
                  <a:pt x="6747" y="1463733"/>
                </a:lnTo>
                <a:lnTo>
                  <a:pt x="4048" y="1487574"/>
                </a:lnTo>
                <a:lnTo>
                  <a:pt x="1799" y="1511865"/>
                </a:lnTo>
                <a:lnTo>
                  <a:pt x="450" y="1535705"/>
                </a:lnTo>
                <a:lnTo>
                  <a:pt x="0" y="1559996"/>
                </a:lnTo>
                <a:lnTo>
                  <a:pt x="0" y="1560446"/>
                </a:lnTo>
                <a:lnTo>
                  <a:pt x="82318" y="1971587"/>
                </a:lnTo>
                <a:lnTo>
                  <a:pt x="93114" y="2061102"/>
                </a:lnTo>
                <a:close/>
              </a:path>
            </a:pathLst>
          </a:custGeom>
          <a:solidFill>
            <a:srgbClr val="DCEFD0">
              <a:alpha val="70000"/>
            </a:srgbClr>
          </a:solidFill>
          <a:ln w="12700"/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85981" y="2387226"/>
                </a:moveTo>
                <a:lnTo>
                  <a:pt x="1992728" y="2381378"/>
                </a:ln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close/>
              </a:path>
            </a:pathLst>
          </a:custGeom>
          <a:solidFill>
            <a:srgbClr val="86C06A">
              <a:alpha val="65000"/>
            </a:srgbClr>
          </a:solidFill>
          <a:ln w="12700"/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90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ln w="12700">
            <a:solidFill>
              <a:srgbClr val="777777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1282" y="1389667"/>
            <a:ext cx="944634" cy="4655697"/>
          </a:xfrm>
          <a:custGeom>
            <a:avLst/>
            <a:gdLst/>
            <a:ahLst/>
            <a:cxnLst/>
            <a:rect l="l" t="t" r="r" b="b"/>
            <a:pathLst>
              <a:path w="944634" h="4655697">
                <a:moveTo>
                  <a:pt x="944634" y="4655697"/>
                </a:moveTo>
                <a:lnTo>
                  <a:pt x="0" y="0"/>
                </a:lnTo>
              </a:path>
            </a:pathLst>
          </a:custGeom>
          <a:ln w="12700">
            <a:solidFill>
              <a:srgbClr val="1B1B1B"/>
            </a:solidFill>
            <a:prstDash val="lgDash"/>
          </a:ln>
        </p:spPr>
      </p:sp>
      <p:sp>
        <p:nvSpPr>
          <p:cNvPr id="14" name="Shape 11"/>
          <p:cNvSpPr/>
          <p:nvPr/>
        </p:nvSpPr>
        <p:spPr>
          <a:xfrm>
            <a:off x="3364476" y="6062177"/>
            <a:ext cx="18288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64476" y="606217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88206" y="1226550"/>
            <a:ext cx="201168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388206" y="122655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A'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97072" y="6332073"/>
            <a:ext cx="7315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97072" y="6332073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±0'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445592" y="2486062"/>
            <a:ext cx="128016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45592" y="248606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bank: +4' at the boundary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074611" y="4780173"/>
            <a:ext cx="137160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074611" y="4780173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Press Club (to be removed)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3000191" y="4870139"/>
            <a:ext cx="7315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000191" y="4870139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stairs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2501695" y="3115818"/>
            <a:ext cx="11887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501695" y="311581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summit structures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1143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BANDS (ground area inside the traced site edge)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1362456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 → +4'  base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≈31,700 sq ft — flattest: NW pocket, S edge, old Press Club site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+4' → +12'  lower slope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≈35,800 sq ft — gentle on the S, a steep bank on the NE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 → +28'  flanks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≈17,200 sq ft — contours 4' apart at ~10–15' spacing: steep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  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≈20,000 sq ft — a broad plateau with existing structures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7223760" y="2926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ZONING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314553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low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built program on the 0'–4' base and the gentle S slope — no cutting.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flanks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+12'–+28' band is too steep to build on without regrading.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top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summit is already a public place — keep it open.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edge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reaches +4' at the boundary: only a thin bar, stepping.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223760" y="4663440"/>
            <a:ext cx="201168" cy="128016"/>
          </a:xfrm>
          <a:prstGeom prst="rect">
            <a:avLst/>
          </a:prstGeom>
          <a:solidFill>
            <a:srgbClr val="DCEFD0">
              <a:alpha val="80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98080" y="4654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0'–4' base (white = below +4')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9509760" y="4663440"/>
            <a:ext cx="201168" cy="128016"/>
          </a:xfrm>
          <a:prstGeom prst="rect">
            <a:avLst/>
          </a:prstGeom>
          <a:solidFill>
            <a:srgbClr val="86C06A">
              <a:alpha val="80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784080" y="4654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+12'–+28' flanks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223760" y="4864608"/>
            <a:ext cx="201168" cy="128016"/>
          </a:xfrm>
          <a:prstGeom prst="rect">
            <a:avLst/>
          </a:prstGeom>
          <a:solidFill>
            <a:srgbClr val="F5D9A8">
              <a:alpha val="80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98080" y="48554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 summit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9509760" y="492404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77777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9784080" y="48554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Press Club outline (removed)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722376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site edge ≈ 105k sq ft (inner boundary line). Handout: 136,530 sq ft, probably to the outer line. Scale read from dimension strings (≈2.68 px/ft at 2000 px width).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PROGRAM ZONING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program group placed on the band that can take it. Figures = ground available in each zone (not building area).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804" y="1448594"/>
            <a:ext cx="1773663" cy="3119992"/>
          </a:xfrm>
          <a:custGeom>
            <a:avLst/>
            <a:gdLst/>
            <a:ahLst/>
            <a:cxnLst/>
            <a:rect l="l" t="t" r="r" b="b"/>
            <a:pathLst>
              <a:path w="1773663" h="3119992">
                <a:moveTo>
                  <a:pt x="596919" y="2967051"/>
                </a:moveTo>
                <a:lnTo>
                  <a:pt x="585223" y="2955356"/>
                </a:lnTo>
                <a:lnTo>
                  <a:pt x="573528" y="2942311"/>
                </a:lnTo>
                <a:lnTo>
                  <a:pt x="562282" y="2929715"/>
                </a:lnTo>
                <a:lnTo>
                  <a:pt x="551486" y="2916671"/>
                </a:lnTo>
                <a:lnTo>
                  <a:pt x="541140" y="2903626"/>
                </a:lnTo>
                <a:lnTo>
                  <a:pt x="530794" y="2889681"/>
                </a:lnTo>
                <a:lnTo>
                  <a:pt x="520898" y="2875736"/>
                </a:lnTo>
                <a:lnTo>
                  <a:pt x="511002" y="2861792"/>
                </a:lnTo>
                <a:lnTo>
                  <a:pt x="501556" y="2847397"/>
                </a:lnTo>
                <a:lnTo>
                  <a:pt x="493009" y="2833003"/>
                </a:lnTo>
                <a:lnTo>
                  <a:pt x="484013" y="2818609"/>
                </a:lnTo>
                <a:lnTo>
                  <a:pt x="475916" y="2803764"/>
                </a:lnTo>
                <a:lnTo>
                  <a:pt x="468269" y="2788020"/>
                </a:lnTo>
                <a:lnTo>
                  <a:pt x="461071" y="2773176"/>
                </a:lnTo>
                <a:lnTo>
                  <a:pt x="447127" y="2741688"/>
                </a:lnTo>
                <a:lnTo>
                  <a:pt x="433182" y="2710650"/>
                </a:lnTo>
                <a:lnTo>
                  <a:pt x="425535" y="2695806"/>
                </a:lnTo>
                <a:lnTo>
                  <a:pt x="417438" y="2680512"/>
                </a:lnTo>
                <a:lnTo>
                  <a:pt x="400345" y="2650823"/>
                </a:lnTo>
                <a:lnTo>
                  <a:pt x="392698" y="2635979"/>
                </a:lnTo>
                <a:lnTo>
                  <a:pt x="384601" y="2620235"/>
                </a:lnTo>
                <a:lnTo>
                  <a:pt x="377404" y="2605391"/>
                </a:lnTo>
                <a:lnTo>
                  <a:pt x="370207" y="2590097"/>
                </a:lnTo>
                <a:lnTo>
                  <a:pt x="357162" y="2558159"/>
                </a:lnTo>
                <a:lnTo>
                  <a:pt x="345016" y="2526672"/>
                </a:lnTo>
                <a:lnTo>
                  <a:pt x="333321" y="2494734"/>
                </a:lnTo>
                <a:lnTo>
                  <a:pt x="322975" y="2462346"/>
                </a:lnTo>
                <a:lnTo>
                  <a:pt x="313079" y="2429509"/>
                </a:lnTo>
                <a:lnTo>
                  <a:pt x="303632" y="2397122"/>
                </a:lnTo>
                <a:lnTo>
                  <a:pt x="295086" y="2363835"/>
                </a:lnTo>
                <a:lnTo>
                  <a:pt x="287889" y="2330098"/>
                </a:lnTo>
                <a:lnTo>
                  <a:pt x="281141" y="2297260"/>
                </a:lnTo>
                <a:lnTo>
                  <a:pt x="275293" y="2263523"/>
                </a:lnTo>
                <a:lnTo>
                  <a:pt x="271245" y="2229787"/>
                </a:lnTo>
                <a:lnTo>
                  <a:pt x="267646" y="2195600"/>
                </a:lnTo>
                <a:lnTo>
                  <a:pt x="265397" y="2161863"/>
                </a:lnTo>
                <a:lnTo>
                  <a:pt x="263598" y="2127676"/>
                </a:lnTo>
                <a:lnTo>
                  <a:pt x="263598" y="2093489"/>
                </a:lnTo>
                <a:lnTo>
                  <a:pt x="264048" y="2059303"/>
                </a:lnTo>
                <a:lnTo>
                  <a:pt x="265847" y="2025566"/>
                </a:lnTo>
                <a:lnTo>
                  <a:pt x="268546" y="1991379"/>
                </a:lnTo>
                <a:lnTo>
                  <a:pt x="271695" y="1957192"/>
                </a:lnTo>
                <a:lnTo>
                  <a:pt x="276643" y="1923455"/>
                </a:lnTo>
                <a:lnTo>
                  <a:pt x="279342" y="1907261"/>
                </a:lnTo>
                <a:lnTo>
                  <a:pt x="282041" y="1890168"/>
                </a:lnTo>
                <a:lnTo>
                  <a:pt x="289238" y="1856881"/>
                </a:lnTo>
                <a:lnTo>
                  <a:pt x="296885" y="1823594"/>
                </a:lnTo>
                <a:lnTo>
                  <a:pt x="300933" y="1806950"/>
                </a:lnTo>
                <a:lnTo>
                  <a:pt x="305432" y="1790757"/>
                </a:lnTo>
                <a:lnTo>
                  <a:pt x="310830" y="1774563"/>
                </a:lnTo>
                <a:lnTo>
                  <a:pt x="315328" y="1758369"/>
                </a:lnTo>
                <a:lnTo>
                  <a:pt x="327473" y="1725982"/>
                </a:lnTo>
                <a:lnTo>
                  <a:pt x="339618" y="1694494"/>
                </a:lnTo>
                <a:lnTo>
                  <a:pt x="353563" y="1663456"/>
                </a:lnTo>
                <a:lnTo>
                  <a:pt x="367958" y="1632418"/>
                </a:lnTo>
                <a:lnTo>
                  <a:pt x="382802" y="1601830"/>
                </a:lnTo>
                <a:lnTo>
                  <a:pt x="399445" y="1571691"/>
                </a:lnTo>
                <a:lnTo>
                  <a:pt x="416089" y="1542003"/>
                </a:lnTo>
                <a:lnTo>
                  <a:pt x="433632" y="1513214"/>
                </a:lnTo>
                <a:lnTo>
                  <a:pt x="451625" y="1484425"/>
                </a:lnTo>
                <a:lnTo>
                  <a:pt x="470518" y="1455636"/>
                </a:lnTo>
                <a:lnTo>
                  <a:pt x="488511" y="1426847"/>
                </a:lnTo>
                <a:lnTo>
                  <a:pt x="507853" y="1398508"/>
                </a:lnTo>
                <a:lnTo>
                  <a:pt x="527196" y="1370619"/>
                </a:lnTo>
                <a:lnTo>
                  <a:pt x="547438" y="1343180"/>
                </a:lnTo>
                <a:lnTo>
                  <a:pt x="567680" y="1316190"/>
                </a:lnTo>
                <a:lnTo>
                  <a:pt x="589272" y="1288751"/>
                </a:lnTo>
                <a:lnTo>
                  <a:pt x="609964" y="1262211"/>
                </a:lnTo>
                <a:lnTo>
                  <a:pt x="632455" y="1236571"/>
                </a:lnTo>
                <a:lnTo>
                  <a:pt x="654946" y="1210931"/>
                </a:lnTo>
                <a:lnTo>
                  <a:pt x="678337" y="1186191"/>
                </a:lnTo>
                <a:lnTo>
                  <a:pt x="703078" y="1162800"/>
                </a:lnTo>
                <a:lnTo>
                  <a:pt x="715673" y="1151104"/>
                </a:lnTo>
                <a:lnTo>
                  <a:pt x="727818" y="1139859"/>
                </a:lnTo>
                <a:lnTo>
                  <a:pt x="741313" y="1128613"/>
                </a:lnTo>
                <a:lnTo>
                  <a:pt x="754358" y="1117817"/>
                </a:lnTo>
                <a:lnTo>
                  <a:pt x="768302" y="1107921"/>
                </a:lnTo>
                <a:lnTo>
                  <a:pt x="781347" y="1097575"/>
                </a:lnTo>
                <a:lnTo>
                  <a:pt x="809686" y="1077783"/>
                </a:lnTo>
                <a:lnTo>
                  <a:pt x="838475" y="1058890"/>
                </a:lnTo>
                <a:lnTo>
                  <a:pt x="852870" y="1050343"/>
                </a:lnTo>
                <a:lnTo>
                  <a:pt x="867264" y="1041797"/>
                </a:lnTo>
                <a:lnTo>
                  <a:pt x="882558" y="1034150"/>
                </a:lnTo>
                <a:lnTo>
                  <a:pt x="897852" y="1026502"/>
                </a:lnTo>
                <a:lnTo>
                  <a:pt x="913596" y="1019755"/>
                </a:lnTo>
                <a:lnTo>
                  <a:pt x="928890" y="1013008"/>
                </a:lnTo>
                <a:lnTo>
                  <a:pt x="945084" y="1007160"/>
                </a:lnTo>
                <a:lnTo>
                  <a:pt x="961728" y="1002662"/>
                </a:lnTo>
                <a:lnTo>
                  <a:pt x="977921" y="997714"/>
                </a:lnTo>
                <a:lnTo>
                  <a:pt x="994565" y="993215"/>
                </a:lnTo>
                <a:lnTo>
                  <a:pt x="1011208" y="990067"/>
                </a:lnTo>
                <a:lnTo>
                  <a:pt x="1028302" y="987817"/>
                </a:lnTo>
                <a:lnTo>
                  <a:pt x="1044945" y="986018"/>
                </a:lnTo>
                <a:lnTo>
                  <a:pt x="1062039" y="984669"/>
                </a:lnTo>
                <a:lnTo>
                  <a:pt x="1079132" y="984669"/>
                </a:lnTo>
                <a:lnTo>
                  <a:pt x="1096225" y="984669"/>
                </a:lnTo>
                <a:lnTo>
                  <a:pt x="1113319" y="986468"/>
                </a:lnTo>
                <a:lnTo>
                  <a:pt x="1129962" y="988717"/>
                </a:lnTo>
                <a:lnTo>
                  <a:pt x="1147056" y="991416"/>
                </a:lnTo>
                <a:lnTo>
                  <a:pt x="1163699" y="995015"/>
                </a:lnTo>
                <a:lnTo>
                  <a:pt x="1179893" y="999063"/>
                </a:lnTo>
                <a:lnTo>
                  <a:pt x="1196087" y="1004461"/>
                </a:lnTo>
                <a:lnTo>
                  <a:pt x="1212281" y="1010309"/>
                </a:lnTo>
                <a:lnTo>
                  <a:pt x="1228024" y="1017056"/>
                </a:lnTo>
                <a:lnTo>
                  <a:pt x="1243768" y="1023354"/>
                </a:lnTo>
                <a:lnTo>
                  <a:pt x="1259062" y="1030101"/>
                </a:lnTo>
                <a:lnTo>
                  <a:pt x="1290100" y="1045395"/>
                </a:lnTo>
                <a:lnTo>
                  <a:pt x="1320239" y="1061139"/>
                </a:lnTo>
                <a:lnTo>
                  <a:pt x="1349927" y="1077783"/>
                </a:lnTo>
                <a:lnTo>
                  <a:pt x="1408854" y="1111969"/>
                </a:lnTo>
                <a:lnTo>
                  <a:pt x="1438093" y="1129063"/>
                </a:lnTo>
                <a:lnTo>
                  <a:pt x="1468231" y="1145257"/>
                </a:lnTo>
                <a:lnTo>
                  <a:pt x="1498370" y="1160551"/>
                </a:lnTo>
                <a:lnTo>
                  <a:pt x="1529408" y="1174945"/>
                </a:lnTo>
                <a:lnTo>
                  <a:pt x="1560896" y="1188440"/>
                </a:lnTo>
                <a:lnTo>
                  <a:pt x="1577089" y="1194737"/>
                </a:lnTo>
                <a:lnTo>
                  <a:pt x="1592833" y="1200585"/>
                </a:lnTo>
                <a:lnTo>
                  <a:pt x="1609027" y="1205983"/>
                </a:lnTo>
                <a:lnTo>
                  <a:pt x="1625221" y="1210931"/>
                </a:lnTo>
                <a:lnTo>
                  <a:pt x="1641864" y="1215429"/>
                </a:lnTo>
                <a:lnTo>
                  <a:pt x="1657608" y="1219928"/>
                </a:lnTo>
                <a:lnTo>
                  <a:pt x="1674701" y="1223076"/>
                </a:lnTo>
                <a:lnTo>
                  <a:pt x="1691345" y="1226225"/>
                </a:lnTo>
                <a:lnTo>
                  <a:pt x="1708438" y="1228474"/>
                </a:lnTo>
                <a:lnTo>
                  <a:pt x="1725082" y="1230723"/>
                </a:lnTo>
                <a:lnTo>
                  <a:pt x="1742175" y="1232073"/>
                </a:lnTo>
                <a:lnTo>
                  <a:pt x="1759269" y="1233422"/>
                </a:lnTo>
                <a:lnTo>
                  <a:pt x="1773663" y="1233872"/>
                </a:lnTo>
                <a:lnTo>
                  <a:pt x="1259512" y="844773"/>
                </a:lnTo>
                <a:lnTo>
                  <a:pt x="1259512" y="383252"/>
                </a:lnTo>
                <a:lnTo>
                  <a:pt x="1214530" y="593320"/>
                </a:lnTo>
                <a:lnTo>
                  <a:pt x="719721" y="525846"/>
                </a:lnTo>
                <a:lnTo>
                  <a:pt x="764704" y="188477"/>
                </a:lnTo>
                <a:lnTo>
                  <a:pt x="1259512" y="274394"/>
                </a:lnTo>
                <a:lnTo>
                  <a:pt x="1259512" y="268546"/>
                </a:lnTo>
                <a:lnTo>
                  <a:pt x="1034599" y="98512"/>
                </a:lnTo>
                <a:lnTo>
                  <a:pt x="809686" y="0"/>
                </a:lnTo>
                <a:lnTo>
                  <a:pt x="809686" y="159688"/>
                </a:lnTo>
                <a:lnTo>
                  <a:pt x="771001" y="152941"/>
                </a:lnTo>
                <a:lnTo>
                  <a:pt x="767403" y="152491"/>
                </a:lnTo>
                <a:lnTo>
                  <a:pt x="763804" y="152491"/>
                </a:lnTo>
                <a:lnTo>
                  <a:pt x="760206" y="152941"/>
                </a:lnTo>
                <a:lnTo>
                  <a:pt x="756607" y="153391"/>
                </a:lnTo>
                <a:lnTo>
                  <a:pt x="753008" y="154290"/>
                </a:lnTo>
                <a:lnTo>
                  <a:pt x="749860" y="155640"/>
                </a:lnTo>
                <a:lnTo>
                  <a:pt x="746261" y="157439"/>
                </a:lnTo>
                <a:lnTo>
                  <a:pt x="743562" y="159688"/>
                </a:lnTo>
                <a:lnTo>
                  <a:pt x="740413" y="161937"/>
                </a:lnTo>
                <a:lnTo>
                  <a:pt x="738164" y="164186"/>
                </a:lnTo>
                <a:lnTo>
                  <a:pt x="735915" y="166885"/>
                </a:lnTo>
                <a:lnTo>
                  <a:pt x="733666" y="170034"/>
                </a:lnTo>
                <a:lnTo>
                  <a:pt x="731867" y="173183"/>
                </a:lnTo>
                <a:lnTo>
                  <a:pt x="730517" y="176782"/>
                </a:lnTo>
                <a:lnTo>
                  <a:pt x="729617" y="180380"/>
                </a:lnTo>
                <a:lnTo>
                  <a:pt x="729168" y="183529"/>
                </a:lnTo>
                <a:lnTo>
                  <a:pt x="695881" y="433182"/>
                </a:lnTo>
                <a:lnTo>
                  <a:pt x="689133" y="434532"/>
                </a:lnTo>
                <a:lnTo>
                  <a:pt x="664843" y="439480"/>
                </a:lnTo>
                <a:lnTo>
                  <a:pt x="653147" y="442179"/>
                </a:lnTo>
                <a:lnTo>
                  <a:pt x="641901" y="445328"/>
                </a:lnTo>
                <a:lnTo>
                  <a:pt x="630206" y="448476"/>
                </a:lnTo>
                <a:lnTo>
                  <a:pt x="618960" y="452075"/>
                </a:lnTo>
                <a:lnTo>
                  <a:pt x="607715" y="456573"/>
                </a:lnTo>
                <a:lnTo>
                  <a:pt x="596919" y="461971"/>
                </a:lnTo>
                <a:lnTo>
                  <a:pt x="585673" y="466919"/>
                </a:lnTo>
                <a:lnTo>
                  <a:pt x="575777" y="472767"/>
                </a:lnTo>
                <a:lnTo>
                  <a:pt x="565431" y="479514"/>
                </a:lnTo>
                <a:lnTo>
                  <a:pt x="555985" y="486712"/>
                </a:lnTo>
                <a:lnTo>
                  <a:pt x="546988" y="494359"/>
                </a:lnTo>
                <a:lnTo>
                  <a:pt x="537992" y="502905"/>
                </a:lnTo>
                <a:lnTo>
                  <a:pt x="529445" y="511002"/>
                </a:lnTo>
                <a:lnTo>
                  <a:pt x="520898" y="519999"/>
                </a:lnTo>
                <a:lnTo>
                  <a:pt x="505154" y="537992"/>
                </a:lnTo>
                <a:lnTo>
                  <a:pt x="489860" y="556884"/>
                </a:lnTo>
                <a:lnTo>
                  <a:pt x="475916" y="576677"/>
                </a:lnTo>
                <a:lnTo>
                  <a:pt x="461971" y="596019"/>
                </a:lnTo>
                <a:lnTo>
                  <a:pt x="448476" y="616261"/>
                </a:lnTo>
                <a:lnTo>
                  <a:pt x="435881" y="636953"/>
                </a:lnTo>
                <a:lnTo>
                  <a:pt x="411591" y="678787"/>
                </a:lnTo>
                <a:lnTo>
                  <a:pt x="388200" y="721071"/>
                </a:lnTo>
                <a:lnTo>
                  <a:pt x="365708" y="763804"/>
                </a:lnTo>
                <a:lnTo>
                  <a:pt x="343667" y="806538"/>
                </a:lnTo>
                <a:lnTo>
                  <a:pt x="327923" y="840724"/>
                </a:lnTo>
                <a:lnTo>
                  <a:pt x="23841" y="840724"/>
                </a:lnTo>
                <a:lnTo>
                  <a:pt x="0" y="1020655"/>
                </a:lnTo>
                <a:lnTo>
                  <a:pt x="0" y="1920306"/>
                </a:lnTo>
                <a:lnTo>
                  <a:pt x="89965" y="2370132"/>
                </a:lnTo>
                <a:lnTo>
                  <a:pt x="179930" y="3119992"/>
                </a:lnTo>
                <a:lnTo>
                  <a:pt x="179930" y="2999888"/>
                </a:lnTo>
                <a:lnTo>
                  <a:pt x="633355" y="2999888"/>
                </a:lnTo>
                <a:lnTo>
                  <a:pt x="622109" y="2990442"/>
                </a:lnTo>
                <a:lnTo>
                  <a:pt x="609514" y="2978746"/>
                </a:lnTo>
                <a:close/>
              </a:path>
            </a:pathLst>
          </a:custGeom>
          <a:solidFill>
            <a:srgbClr val="6FAE4E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92728" y="2381378"/>
                </a:move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lnTo>
                  <a:pt x="1985981" y="2387226"/>
                </a:lnTo>
                <a:close/>
              </a:path>
            </a:pathLst>
          </a:custGeom>
          <a:solidFill>
            <a:srgbClr val="6FAE4E">
              <a:alpha val="5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75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860759" y="5438549"/>
            <a:ext cx="1664355" cy="651798"/>
          </a:xfrm>
          <a:custGeom>
            <a:avLst/>
            <a:gdLst/>
            <a:ahLst/>
            <a:cxnLst/>
            <a:rect l="l" t="t" r="r" b="b"/>
            <a:pathLst>
              <a:path w="1664355" h="651798">
                <a:moveTo>
                  <a:pt x="1414702" y="41834"/>
                </a:moveTo>
                <a:lnTo>
                  <a:pt x="929790" y="482663"/>
                </a:lnTo>
                <a:lnTo>
                  <a:pt x="926641" y="485362"/>
                </a:lnTo>
                <a:lnTo>
                  <a:pt x="923492" y="487611"/>
                </a:lnTo>
                <a:lnTo>
                  <a:pt x="919444" y="489860"/>
                </a:lnTo>
                <a:lnTo>
                  <a:pt x="915845" y="491210"/>
                </a:lnTo>
                <a:lnTo>
                  <a:pt x="911797" y="492559"/>
                </a:lnTo>
                <a:lnTo>
                  <a:pt x="907748" y="493459"/>
                </a:lnTo>
                <a:lnTo>
                  <a:pt x="903700" y="494359"/>
                </a:lnTo>
                <a:lnTo>
                  <a:pt x="899652" y="494359"/>
                </a:lnTo>
                <a:lnTo>
                  <a:pt x="269895" y="494359"/>
                </a:lnTo>
                <a:lnTo>
                  <a:pt x="265397" y="494359"/>
                </a:lnTo>
                <a:lnTo>
                  <a:pt x="260899" y="493459"/>
                </a:lnTo>
                <a:lnTo>
                  <a:pt x="256851" y="492559"/>
                </a:lnTo>
                <a:lnTo>
                  <a:pt x="252802" y="490760"/>
                </a:lnTo>
                <a:lnTo>
                  <a:pt x="248754" y="488961"/>
                </a:lnTo>
                <a:lnTo>
                  <a:pt x="244705" y="486712"/>
                </a:lnTo>
                <a:lnTo>
                  <a:pt x="241556" y="484013"/>
                </a:lnTo>
                <a:lnTo>
                  <a:pt x="237958" y="481314"/>
                </a:lnTo>
                <a:lnTo>
                  <a:pt x="147993" y="391348"/>
                </a:lnTo>
                <a:lnTo>
                  <a:pt x="147093" y="389999"/>
                </a:lnTo>
                <a:lnTo>
                  <a:pt x="83668" y="321625"/>
                </a:lnTo>
                <a:lnTo>
                  <a:pt x="75571" y="328373"/>
                </a:lnTo>
                <a:lnTo>
                  <a:pt x="66574" y="336470"/>
                </a:lnTo>
                <a:lnTo>
                  <a:pt x="56228" y="343217"/>
                </a:lnTo>
                <a:lnTo>
                  <a:pt x="45882" y="349964"/>
                </a:lnTo>
                <a:lnTo>
                  <a:pt x="26090" y="363009"/>
                </a:lnTo>
                <a:lnTo>
                  <a:pt x="5398" y="375605"/>
                </a:lnTo>
                <a:lnTo>
                  <a:pt x="0" y="378304"/>
                </a:lnTo>
                <a:lnTo>
                  <a:pt x="0" y="604566"/>
                </a:lnTo>
                <a:lnTo>
                  <a:pt x="944634" y="651798"/>
                </a:lnTo>
                <a:lnTo>
                  <a:pt x="1214530" y="651798"/>
                </a:lnTo>
                <a:lnTo>
                  <a:pt x="1664355" y="637853"/>
                </a:lnTo>
                <a:lnTo>
                  <a:pt x="1664355" y="0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2183" y="5320245"/>
            <a:ext cx="1998576" cy="722870"/>
          </a:xfrm>
          <a:custGeom>
            <a:avLst/>
            <a:gdLst/>
            <a:ahLst/>
            <a:cxnLst/>
            <a:rect l="l" t="t" r="r" b="b"/>
            <a:pathLst>
              <a:path w="1998576" h="722870">
                <a:moveTo>
                  <a:pt x="1368820" y="635154"/>
                </a:moveTo>
                <a:lnTo>
                  <a:pt x="1593733" y="702628"/>
                </a:lnTo>
                <a:lnTo>
                  <a:pt x="1998576" y="722870"/>
                </a:lnTo>
                <a:lnTo>
                  <a:pt x="1998576" y="336920"/>
                </a:lnTo>
                <a:lnTo>
                  <a:pt x="1859580" y="187128"/>
                </a:lnTo>
                <a:lnTo>
                  <a:pt x="1857331" y="184878"/>
                </a:lnTo>
                <a:lnTo>
                  <a:pt x="1855531" y="181730"/>
                </a:lnTo>
                <a:lnTo>
                  <a:pt x="1853732" y="178581"/>
                </a:lnTo>
                <a:lnTo>
                  <a:pt x="1852383" y="175432"/>
                </a:lnTo>
                <a:lnTo>
                  <a:pt x="1851483" y="172283"/>
                </a:lnTo>
                <a:lnTo>
                  <a:pt x="1850583" y="169135"/>
                </a:lnTo>
                <a:lnTo>
                  <a:pt x="1850134" y="165536"/>
                </a:lnTo>
                <a:lnTo>
                  <a:pt x="1850134" y="161937"/>
                </a:lnTo>
                <a:lnTo>
                  <a:pt x="1850583" y="158789"/>
                </a:lnTo>
                <a:lnTo>
                  <a:pt x="1869026" y="0"/>
                </a:lnTo>
                <a:lnTo>
                  <a:pt x="649099" y="162837"/>
                </a:lnTo>
                <a:lnTo>
                  <a:pt x="0" y="162837"/>
                </a:lnTo>
                <a:lnTo>
                  <a:pt x="289238" y="387750"/>
                </a:lnTo>
                <a:lnTo>
                  <a:pt x="784046" y="567680"/>
                </a:lnTo>
                <a:close/>
              </a:path>
            </a:pathLst>
          </a:custGeom>
          <a:solidFill>
            <a:srgbClr val="E8892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41735" y="4448482"/>
            <a:ext cx="1169547" cy="1034599"/>
          </a:xfrm>
          <a:custGeom>
            <a:avLst/>
            <a:gdLst/>
            <a:ahLst/>
            <a:cxnLst/>
            <a:rect l="l" t="t" r="r" b="b"/>
            <a:pathLst>
              <a:path w="1169547" h="1034599">
                <a:moveTo>
                  <a:pt x="1155153" y="299134"/>
                </a:moveTo>
                <a:lnTo>
                  <a:pt x="1122315" y="288788"/>
                </a:lnTo>
                <a:lnTo>
                  <a:pt x="1089928" y="279342"/>
                </a:lnTo>
                <a:lnTo>
                  <a:pt x="1056641" y="270345"/>
                </a:lnTo>
                <a:lnTo>
                  <a:pt x="1024253" y="260899"/>
                </a:lnTo>
                <a:lnTo>
                  <a:pt x="1007610" y="255951"/>
                </a:lnTo>
                <a:lnTo>
                  <a:pt x="991416" y="251003"/>
                </a:lnTo>
                <a:lnTo>
                  <a:pt x="959478" y="239307"/>
                </a:lnTo>
                <a:lnTo>
                  <a:pt x="927091" y="228512"/>
                </a:lnTo>
                <a:lnTo>
                  <a:pt x="910897" y="223114"/>
                </a:lnTo>
                <a:lnTo>
                  <a:pt x="894704" y="218166"/>
                </a:lnTo>
                <a:lnTo>
                  <a:pt x="861866" y="209169"/>
                </a:lnTo>
                <a:lnTo>
                  <a:pt x="828579" y="200172"/>
                </a:lnTo>
                <a:lnTo>
                  <a:pt x="812385" y="195224"/>
                </a:lnTo>
                <a:lnTo>
                  <a:pt x="796642" y="189826"/>
                </a:lnTo>
                <a:lnTo>
                  <a:pt x="780448" y="184878"/>
                </a:lnTo>
                <a:lnTo>
                  <a:pt x="764704" y="178581"/>
                </a:lnTo>
                <a:lnTo>
                  <a:pt x="732316" y="165986"/>
                </a:lnTo>
                <a:lnTo>
                  <a:pt x="700829" y="152941"/>
                </a:lnTo>
                <a:lnTo>
                  <a:pt x="669791" y="138546"/>
                </a:lnTo>
                <a:lnTo>
                  <a:pt x="654946" y="131349"/>
                </a:lnTo>
                <a:lnTo>
                  <a:pt x="639652" y="123252"/>
                </a:lnTo>
                <a:lnTo>
                  <a:pt x="624808" y="115155"/>
                </a:lnTo>
                <a:lnTo>
                  <a:pt x="609964" y="107059"/>
                </a:lnTo>
                <a:lnTo>
                  <a:pt x="580725" y="89515"/>
                </a:lnTo>
                <a:lnTo>
                  <a:pt x="551486" y="72422"/>
                </a:lnTo>
                <a:lnTo>
                  <a:pt x="537092" y="63425"/>
                </a:lnTo>
                <a:lnTo>
                  <a:pt x="522248" y="53979"/>
                </a:lnTo>
                <a:lnTo>
                  <a:pt x="508753" y="44083"/>
                </a:lnTo>
                <a:lnTo>
                  <a:pt x="495258" y="33287"/>
                </a:lnTo>
                <a:lnTo>
                  <a:pt x="468269" y="12595"/>
                </a:lnTo>
                <a:lnTo>
                  <a:pt x="455224" y="1349"/>
                </a:lnTo>
                <a:lnTo>
                  <a:pt x="453424" y="0"/>
                </a:lnTo>
                <a:lnTo>
                  <a:pt x="0" y="0"/>
                </a:lnTo>
                <a:lnTo>
                  <a:pt x="0" y="120103"/>
                </a:lnTo>
                <a:lnTo>
                  <a:pt x="44983" y="494808"/>
                </a:lnTo>
                <a:lnTo>
                  <a:pt x="404843" y="944634"/>
                </a:lnTo>
                <a:lnTo>
                  <a:pt x="520448" y="1034599"/>
                </a:lnTo>
                <a:lnTo>
                  <a:pt x="1169547" y="1034599"/>
                </a:lnTo>
                <a:lnTo>
                  <a:pt x="1169547" y="303632"/>
                </a:lnTo>
                <a:close/>
              </a:path>
            </a:pathLst>
          </a:custGeom>
          <a:solidFill>
            <a:srgbClr val="E8892B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1282" y="4448482"/>
            <a:ext cx="1349477" cy="1034599"/>
          </a:xfrm>
          <a:custGeom>
            <a:avLst/>
            <a:gdLst/>
            <a:ahLst/>
            <a:cxnLst/>
            <a:rect l="l" t="t" r="r" b="b"/>
            <a:pathLst>
              <a:path w="1349477" h="1034599">
                <a:moveTo>
                  <a:pt x="1313941" y="85917"/>
                </a:moveTo>
                <a:lnTo>
                  <a:pt x="1314391" y="82318"/>
                </a:lnTo>
                <a:lnTo>
                  <a:pt x="1315291" y="78720"/>
                </a:lnTo>
                <a:lnTo>
                  <a:pt x="1316640" y="75571"/>
                </a:lnTo>
                <a:lnTo>
                  <a:pt x="1317990" y="72422"/>
                </a:lnTo>
                <a:lnTo>
                  <a:pt x="1319789" y="69273"/>
                </a:lnTo>
                <a:lnTo>
                  <a:pt x="1322038" y="66574"/>
                </a:lnTo>
                <a:lnTo>
                  <a:pt x="1324287" y="64325"/>
                </a:lnTo>
                <a:lnTo>
                  <a:pt x="1326986" y="61626"/>
                </a:lnTo>
                <a:lnTo>
                  <a:pt x="1330135" y="59827"/>
                </a:lnTo>
                <a:lnTo>
                  <a:pt x="1332834" y="58028"/>
                </a:lnTo>
                <a:lnTo>
                  <a:pt x="1335983" y="56678"/>
                </a:lnTo>
                <a:lnTo>
                  <a:pt x="1339581" y="55329"/>
                </a:lnTo>
                <a:lnTo>
                  <a:pt x="1349477" y="52630"/>
                </a:lnTo>
                <a:lnTo>
                  <a:pt x="1349477" y="0"/>
                </a:lnTo>
                <a:lnTo>
                  <a:pt x="1134461" y="0"/>
                </a:lnTo>
                <a:lnTo>
                  <a:pt x="1129962" y="5848"/>
                </a:lnTo>
                <a:lnTo>
                  <a:pt x="1119167" y="18893"/>
                </a:lnTo>
                <a:lnTo>
                  <a:pt x="1109720" y="32387"/>
                </a:lnTo>
                <a:lnTo>
                  <a:pt x="1100274" y="46332"/>
                </a:lnTo>
                <a:lnTo>
                  <a:pt x="1090378" y="60726"/>
                </a:lnTo>
                <a:lnTo>
                  <a:pt x="1081831" y="75571"/>
                </a:lnTo>
                <a:lnTo>
                  <a:pt x="1073284" y="90415"/>
                </a:lnTo>
                <a:lnTo>
                  <a:pt x="1057990" y="120553"/>
                </a:lnTo>
                <a:lnTo>
                  <a:pt x="1042246" y="151141"/>
                </a:lnTo>
                <a:lnTo>
                  <a:pt x="1027402" y="182179"/>
                </a:lnTo>
                <a:lnTo>
                  <a:pt x="1012558" y="212318"/>
                </a:lnTo>
                <a:lnTo>
                  <a:pt x="1004461" y="227612"/>
                </a:lnTo>
                <a:lnTo>
                  <a:pt x="995914" y="242456"/>
                </a:lnTo>
                <a:lnTo>
                  <a:pt x="987817" y="256851"/>
                </a:lnTo>
                <a:lnTo>
                  <a:pt x="978821" y="271695"/>
                </a:lnTo>
                <a:lnTo>
                  <a:pt x="969375" y="285639"/>
                </a:lnTo>
                <a:lnTo>
                  <a:pt x="959478" y="300034"/>
                </a:lnTo>
                <a:lnTo>
                  <a:pt x="950032" y="313529"/>
                </a:lnTo>
                <a:lnTo>
                  <a:pt x="939686" y="327473"/>
                </a:lnTo>
                <a:lnTo>
                  <a:pt x="928890" y="340518"/>
                </a:lnTo>
                <a:lnTo>
                  <a:pt x="918094" y="354013"/>
                </a:lnTo>
                <a:lnTo>
                  <a:pt x="906849" y="366158"/>
                </a:lnTo>
                <a:lnTo>
                  <a:pt x="900101" y="372006"/>
                </a:lnTo>
                <a:lnTo>
                  <a:pt x="893804" y="377404"/>
                </a:lnTo>
                <a:lnTo>
                  <a:pt x="887506" y="382802"/>
                </a:lnTo>
                <a:lnTo>
                  <a:pt x="879859" y="388200"/>
                </a:lnTo>
                <a:lnTo>
                  <a:pt x="865465" y="396746"/>
                </a:lnTo>
                <a:lnTo>
                  <a:pt x="850621" y="405293"/>
                </a:lnTo>
                <a:lnTo>
                  <a:pt x="835776" y="413390"/>
                </a:lnTo>
                <a:lnTo>
                  <a:pt x="820032" y="421037"/>
                </a:lnTo>
                <a:lnTo>
                  <a:pt x="804738" y="427784"/>
                </a:lnTo>
                <a:lnTo>
                  <a:pt x="788994" y="434532"/>
                </a:lnTo>
                <a:lnTo>
                  <a:pt x="773251" y="439930"/>
                </a:lnTo>
                <a:lnTo>
                  <a:pt x="757057" y="445777"/>
                </a:lnTo>
                <a:lnTo>
                  <a:pt x="740413" y="450276"/>
                </a:lnTo>
                <a:lnTo>
                  <a:pt x="723770" y="454324"/>
                </a:lnTo>
                <a:lnTo>
                  <a:pt x="707576" y="457923"/>
                </a:lnTo>
                <a:lnTo>
                  <a:pt x="690932" y="461071"/>
                </a:lnTo>
                <a:lnTo>
                  <a:pt x="673839" y="462421"/>
                </a:lnTo>
                <a:lnTo>
                  <a:pt x="656746" y="463770"/>
                </a:lnTo>
                <a:lnTo>
                  <a:pt x="639652" y="464220"/>
                </a:lnTo>
                <a:lnTo>
                  <a:pt x="571729" y="465120"/>
                </a:lnTo>
                <a:lnTo>
                  <a:pt x="554635" y="465120"/>
                </a:lnTo>
                <a:lnTo>
                  <a:pt x="537542" y="465120"/>
                </a:lnTo>
                <a:lnTo>
                  <a:pt x="520448" y="464220"/>
                </a:lnTo>
                <a:lnTo>
                  <a:pt x="503355" y="462421"/>
                </a:lnTo>
                <a:lnTo>
                  <a:pt x="486712" y="461071"/>
                </a:lnTo>
                <a:lnTo>
                  <a:pt x="469618" y="458822"/>
                </a:lnTo>
                <a:lnTo>
                  <a:pt x="452975" y="456123"/>
                </a:lnTo>
                <a:lnTo>
                  <a:pt x="435881" y="452975"/>
                </a:lnTo>
                <a:lnTo>
                  <a:pt x="402144" y="446677"/>
                </a:lnTo>
                <a:lnTo>
                  <a:pt x="369307" y="438580"/>
                </a:lnTo>
                <a:lnTo>
                  <a:pt x="352663" y="434532"/>
                </a:lnTo>
                <a:lnTo>
                  <a:pt x="336470" y="430033"/>
                </a:lnTo>
                <a:lnTo>
                  <a:pt x="320726" y="424636"/>
                </a:lnTo>
                <a:lnTo>
                  <a:pt x="304532" y="418788"/>
                </a:lnTo>
                <a:lnTo>
                  <a:pt x="272594" y="406193"/>
                </a:lnTo>
                <a:lnTo>
                  <a:pt x="241107" y="393148"/>
                </a:lnTo>
                <a:lnTo>
                  <a:pt x="178581" y="365708"/>
                </a:lnTo>
                <a:lnTo>
                  <a:pt x="147093" y="353113"/>
                </a:lnTo>
                <a:lnTo>
                  <a:pt x="115155" y="341418"/>
                </a:lnTo>
                <a:lnTo>
                  <a:pt x="83218" y="329272"/>
                </a:lnTo>
                <a:lnTo>
                  <a:pt x="50830" y="319376"/>
                </a:lnTo>
                <a:lnTo>
                  <a:pt x="0" y="303632"/>
                </a:lnTo>
                <a:lnTo>
                  <a:pt x="0" y="1034599"/>
                </a:lnTo>
                <a:lnTo>
                  <a:pt x="1219928" y="871762"/>
                </a:lnTo>
                <a:close/>
              </a:path>
            </a:pathLst>
          </a:custGeom>
          <a:solidFill>
            <a:srgbClr val="E8C61E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96055" y="2226793"/>
            <a:ext cx="584774" cy="528545"/>
          </a:xfrm>
          <a:custGeom>
            <a:avLst/>
            <a:gdLst/>
            <a:ahLst/>
            <a:cxnLst/>
            <a:rect l="l" t="t" r="r" b="b"/>
            <a:pathLst>
              <a:path w="584774" h="528545">
                <a:moveTo>
                  <a:pt x="24291" y="525397"/>
                </a:moveTo>
                <a:lnTo>
                  <a:pt x="54879" y="521798"/>
                </a:lnTo>
                <a:lnTo>
                  <a:pt x="176332" y="503805"/>
                </a:lnTo>
                <a:lnTo>
                  <a:pt x="237508" y="495258"/>
                </a:lnTo>
                <a:lnTo>
                  <a:pt x="268546" y="492109"/>
                </a:lnTo>
                <a:lnTo>
                  <a:pt x="298684" y="488961"/>
                </a:lnTo>
                <a:lnTo>
                  <a:pt x="329722" y="486712"/>
                </a:lnTo>
                <a:lnTo>
                  <a:pt x="360310" y="485362"/>
                </a:lnTo>
                <a:lnTo>
                  <a:pt x="391348" y="484912"/>
                </a:lnTo>
                <a:lnTo>
                  <a:pt x="422386" y="484912"/>
                </a:lnTo>
                <a:lnTo>
                  <a:pt x="452975" y="486712"/>
                </a:lnTo>
                <a:lnTo>
                  <a:pt x="483563" y="489860"/>
                </a:lnTo>
                <a:lnTo>
                  <a:pt x="499307" y="491210"/>
                </a:lnTo>
                <a:lnTo>
                  <a:pt x="514151" y="493459"/>
                </a:lnTo>
                <a:lnTo>
                  <a:pt x="528995" y="496158"/>
                </a:lnTo>
                <a:lnTo>
                  <a:pt x="544289" y="499307"/>
                </a:lnTo>
                <a:lnTo>
                  <a:pt x="559133" y="502455"/>
                </a:lnTo>
                <a:lnTo>
                  <a:pt x="574428" y="506504"/>
                </a:lnTo>
                <a:lnTo>
                  <a:pt x="584774" y="509203"/>
                </a:lnTo>
                <a:lnTo>
                  <a:pt x="584774" y="441729"/>
                </a:lnTo>
                <a:lnTo>
                  <a:pt x="0" y="0"/>
                </a:lnTo>
                <a:lnTo>
                  <a:pt x="0" y="528545"/>
                </a:lnTo>
                <a:close/>
              </a:path>
            </a:pathLst>
          </a:custGeom>
          <a:solidFill>
            <a:srgbClr val="E8C61E">
              <a:alpha val="8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1316" y="1717140"/>
            <a:ext cx="674739" cy="1044046"/>
          </a:xfrm>
          <a:custGeom>
            <a:avLst/>
            <a:gdLst/>
            <a:ahLst/>
            <a:cxnLst/>
            <a:rect l="l" t="t" r="r" b="b"/>
            <a:pathLst>
              <a:path w="674739" h="1044046">
                <a:moveTo>
                  <a:pt x="617611" y="1044046"/>
                </a:moveTo>
                <a:lnTo>
                  <a:pt x="638303" y="1042246"/>
                </a:lnTo>
                <a:lnTo>
                  <a:pt x="668441" y="1039098"/>
                </a:lnTo>
                <a:lnTo>
                  <a:pt x="674739" y="1038198"/>
                </a:lnTo>
                <a:lnTo>
                  <a:pt x="674739" y="509653"/>
                </a:lnTo>
                <a:lnTo>
                  <a:pt x="0" y="0"/>
                </a:lnTo>
                <a:lnTo>
                  <a:pt x="0" y="576227"/>
                </a:lnTo>
                <a:close/>
              </a:path>
            </a:pathLst>
          </a:custGeom>
          <a:solidFill>
            <a:srgbClr val="5A5A6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5645" y="1389667"/>
            <a:ext cx="785846" cy="899652"/>
          </a:xfrm>
          <a:custGeom>
            <a:avLst/>
            <a:gdLst/>
            <a:ahLst/>
            <a:cxnLst/>
            <a:rect l="l" t="t" r="r" b="b"/>
            <a:pathLst>
              <a:path w="785846" h="899652">
                <a:moveTo>
                  <a:pt x="66124" y="404843"/>
                </a:moveTo>
                <a:lnTo>
                  <a:pt x="0" y="899652"/>
                </a:lnTo>
                <a:lnTo>
                  <a:pt x="304082" y="899652"/>
                </a:lnTo>
                <a:lnTo>
                  <a:pt x="319826" y="865465"/>
                </a:lnTo>
                <a:lnTo>
                  <a:pt x="341868" y="822731"/>
                </a:lnTo>
                <a:lnTo>
                  <a:pt x="364359" y="779998"/>
                </a:lnTo>
                <a:lnTo>
                  <a:pt x="387750" y="737714"/>
                </a:lnTo>
                <a:lnTo>
                  <a:pt x="412040" y="695881"/>
                </a:lnTo>
                <a:lnTo>
                  <a:pt x="424636" y="675189"/>
                </a:lnTo>
                <a:lnTo>
                  <a:pt x="438130" y="654946"/>
                </a:lnTo>
                <a:lnTo>
                  <a:pt x="452075" y="635604"/>
                </a:lnTo>
                <a:lnTo>
                  <a:pt x="466020" y="615812"/>
                </a:lnTo>
                <a:lnTo>
                  <a:pt x="481314" y="596919"/>
                </a:lnTo>
                <a:lnTo>
                  <a:pt x="497058" y="578926"/>
                </a:lnTo>
                <a:lnTo>
                  <a:pt x="505604" y="569929"/>
                </a:lnTo>
                <a:lnTo>
                  <a:pt x="514151" y="561832"/>
                </a:lnTo>
                <a:lnTo>
                  <a:pt x="523147" y="553286"/>
                </a:lnTo>
                <a:lnTo>
                  <a:pt x="532144" y="545639"/>
                </a:lnTo>
                <a:lnTo>
                  <a:pt x="541590" y="538441"/>
                </a:lnTo>
                <a:lnTo>
                  <a:pt x="551936" y="531694"/>
                </a:lnTo>
                <a:lnTo>
                  <a:pt x="561832" y="525846"/>
                </a:lnTo>
                <a:lnTo>
                  <a:pt x="573078" y="520898"/>
                </a:lnTo>
                <a:lnTo>
                  <a:pt x="583874" y="515500"/>
                </a:lnTo>
                <a:lnTo>
                  <a:pt x="595120" y="511002"/>
                </a:lnTo>
                <a:lnTo>
                  <a:pt x="606365" y="507404"/>
                </a:lnTo>
                <a:lnTo>
                  <a:pt x="618061" y="504255"/>
                </a:lnTo>
                <a:lnTo>
                  <a:pt x="629306" y="501106"/>
                </a:lnTo>
                <a:lnTo>
                  <a:pt x="641002" y="498407"/>
                </a:lnTo>
                <a:lnTo>
                  <a:pt x="665292" y="493459"/>
                </a:lnTo>
                <a:lnTo>
                  <a:pt x="672040" y="492109"/>
                </a:lnTo>
                <a:lnTo>
                  <a:pt x="705327" y="242456"/>
                </a:lnTo>
                <a:lnTo>
                  <a:pt x="705777" y="239307"/>
                </a:lnTo>
                <a:lnTo>
                  <a:pt x="706676" y="235709"/>
                </a:lnTo>
                <a:lnTo>
                  <a:pt x="708026" y="232110"/>
                </a:lnTo>
                <a:lnTo>
                  <a:pt x="709825" y="228961"/>
                </a:lnTo>
                <a:lnTo>
                  <a:pt x="712074" y="225813"/>
                </a:lnTo>
                <a:lnTo>
                  <a:pt x="714323" y="223114"/>
                </a:lnTo>
                <a:lnTo>
                  <a:pt x="716573" y="220864"/>
                </a:lnTo>
                <a:lnTo>
                  <a:pt x="719721" y="218615"/>
                </a:lnTo>
                <a:lnTo>
                  <a:pt x="722420" y="216366"/>
                </a:lnTo>
                <a:lnTo>
                  <a:pt x="726019" y="214567"/>
                </a:lnTo>
                <a:lnTo>
                  <a:pt x="729168" y="213217"/>
                </a:lnTo>
                <a:lnTo>
                  <a:pt x="732766" y="212318"/>
                </a:lnTo>
                <a:lnTo>
                  <a:pt x="736365" y="211868"/>
                </a:lnTo>
                <a:lnTo>
                  <a:pt x="739963" y="211418"/>
                </a:lnTo>
                <a:lnTo>
                  <a:pt x="743562" y="211418"/>
                </a:lnTo>
                <a:lnTo>
                  <a:pt x="747161" y="211868"/>
                </a:lnTo>
                <a:lnTo>
                  <a:pt x="785846" y="218615"/>
                </a:lnTo>
                <a:lnTo>
                  <a:pt x="785846" y="58927"/>
                </a:lnTo>
                <a:lnTo>
                  <a:pt x="650898" y="0"/>
                </a:lnTo>
                <a:lnTo>
                  <a:pt x="291037" y="89965"/>
                </a:lnTo>
                <a:close/>
              </a:path>
            </a:pathLst>
          </a:custGeom>
          <a:solidFill>
            <a:srgbClr val="D9507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75637" y="3042327"/>
            <a:ext cx="1202384" cy="1292350"/>
          </a:xfrm>
          <a:custGeom>
            <a:avLst/>
            <a:gdLst/>
            <a:ahLst/>
            <a:cxnLst/>
            <a:rect l="l" t="t" r="r" b="b"/>
            <a:pathLst>
              <a:path w="1202384" h="1292350">
                <a:moveTo>
                  <a:pt x="31488" y="131799"/>
                </a:moveTo>
                <a:lnTo>
                  <a:pt x="49481" y="156539"/>
                </a:lnTo>
                <a:lnTo>
                  <a:pt x="67474" y="181730"/>
                </a:lnTo>
                <a:lnTo>
                  <a:pt x="85017" y="207370"/>
                </a:lnTo>
                <a:lnTo>
                  <a:pt x="93114" y="220415"/>
                </a:lnTo>
                <a:lnTo>
                  <a:pt x="100761" y="233909"/>
                </a:lnTo>
                <a:lnTo>
                  <a:pt x="115155" y="260449"/>
                </a:lnTo>
                <a:lnTo>
                  <a:pt x="130000" y="287439"/>
                </a:lnTo>
                <a:lnTo>
                  <a:pt x="136297" y="302283"/>
                </a:lnTo>
                <a:lnTo>
                  <a:pt x="142595" y="315778"/>
                </a:lnTo>
                <a:lnTo>
                  <a:pt x="148443" y="329722"/>
                </a:lnTo>
                <a:lnTo>
                  <a:pt x="153840" y="344117"/>
                </a:lnTo>
                <a:lnTo>
                  <a:pt x="159238" y="358511"/>
                </a:lnTo>
                <a:lnTo>
                  <a:pt x="163287" y="373805"/>
                </a:lnTo>
                <a:lnTo>
                  <a:pt x="167785" y="388649"/>
                </a:lnTo>
                <a:lnTo>
                  <a:pt x="170934" y="403494"/>
                </a:lnTo>
                <a:lnTo>
                  <a:pt x="173633" y="419238"/>
                </a:lnTo>
                <a:lnTo>
                  <a:pt x="175882" y="434082"/>
                </a:lnTo>
                <a:lnTo>
                  <a:pt x="177231" y="449376"/>
                </a:lnTo>
                <a:lnTo>
                  <a:pt x="177681" y="464670"/>
                </a:lnTo>
                <a:lnTo>
                  <a:pt x="177681" y="479964"/>
                </a:lnTo>
                <a:lnTo>
                  <a:pt x="177231" y="495708"/>
                </a:lnTo>
                <a:lnTo>
                  <a:pt x="176332" y="511002"/>
                </a:lnTo>
                <a:lnTo>
                  <a:pt x="174532" y="526296"/>
                </a:lnTo>
                <a:lnTo>
                  <a:pt x="173183" y="541590"/>
                </a:lnTo>
                <a:lnTo>
                  <a:pt x="170484" y="556884"/>
                </a:lnTo>
                <a:lnTo>
                  <a:pt x="167785" y="571729"/>
                </a:lnTo>
                <a:lnTo>
                  <a:pt x="164186" y="587023"/>
                </a:lnTo>
                <a:lnTo>
                  <a:pt x="159688" y="601867"/>
                </a:lnTo>
                <a:lnTo>
                  <a:pt x="154740" y="616261"/>
                </a:lnTo>
                <a:lnTo>
                  <a:pt x="149342" y="630656"/>
                </a:lnTo>
                <a:lnTo>
                  <a:pt x="143494" y="645050"/>
                </a:lnTo>
                <a:lnTo>
                  <a:pt x="137197" y="658995"/>
                </a:lnTo>
                <a:lnTo>
                  <a:pt x="130000" y="672490"/>
                </a:lnTo>
                <a:lnTo>
                  <a:pt x="127751" y="675638"/>
                </a:lnTo>
                <a:lnTo>
                  <a:pt x="943285" y="1292350"/>
                </a:lnTo>
                <a:lnTo>
                  <a:pt x="1202384" y="950032"/>
                </a:lnTo>
                <a:lnTo>
                  <a:pt x="1147056" y="866365"/>
                </a:lnTo>
                <a:lnTo>
                  <a:pt x="0" y="0"/>
                </a:lnTo>
                <a:lnTo>
                  <a:pt x="0" y="89515"/>
                </a:lnTo>
                <a:close/>
              </a:path>
            </a:pathLst>
          </a:custGeom>
          <a:solidFill>
            <a:srgbClr val="D9507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20620" y="3829522"/>
            <a:ext cx="741313" cy="535293"/>
          </a:xfrm>
          <a:custGeom>
            <a:avLst/>
            <a:gdLst/>
            <a:ahLst/>
            <a:cxnLst/>
            <a:rect l="l" t="t" r="r" b="b"/>
            <a:pathLst>
              <a:path w="741313" h="535293">
                <a:moveTo>
                  <a:pt x="223563" y="11246"/>
                </a:moveTo>
                <a:lnTo>
                  <a:pt x="214567" y="25640"/>
                </a:lnTo>
                <a:lnTo>
                  <a:pt x="205570" y="40034"/>
                </a:lnTo>
                <a:lnTo>
                  <a:pt x="195224" y="53979"/>
                </a:lnTo>
                <a:lnTo>
                  <a:pt x="185778" y="67474"/>
                </a:lnTo>
                <a:lnTo>
                  <a:pt x="174982" y="80519"/>
                </a:lnTo>
                <a:lnTo>
                  <a:pt x="164186" y="94014"/>
                </a:lnTo>
                <a:lnTo>
                  <a:pt x="153391" y="107059"/>
                </a:lnTo>
                <a:lnTo>
                  <a:pt x="140795" y="119204"/>
                </a:lnTo>
                <a:lnTo>
                  <a:pt x="129100" y="131349"/>
                </a:lnTo>
                <a:lnTo>
                  <a:pt x="116955" y="143045"/>
                </a:lnTo>
                <a:lnTo>
                  <a:pt x="103910" y="154290"/>
                </a:lnTo>
                <a:lnTo>
                  <a:pt x="91315" y="165536"/>
                </a:lnTo>
                <a:lnTo>
                  <a:pt x="65225" y="187577"/>
                </a:lnTo>
                <a:lnTo>
                  <a:pt x="38235" y="208269"/>
                </a:lnTo>
                <a:lnTo>
                  <a:pt x="10346" y="228062"/>
                </a:lnTo>
                <a:lnTo>
                  <a:pt x="0" y="235259"/>
                </a:lnTo>
                <a:lnTo>
                  <a:pt x="0" y="528995"/>
                </a:lnTo>
                <a:lnTo>
                  <a:pt x="77820" y="535293"/>
                </a:lnTo>
                <a:lnTo>
                  <a:pt x="482213" y="418338"/>
                </a:lnTo>
                <a:lnTo>
                  <a:pt x="485812" y="417438"/>
                </a:lnTo>
                <a:lnTo>
                  <a:pt x="489410" y="416989"/>
                </a:lnTo>
                <a:lnTo>
                  <a:pt x="741313" y="386850"/>
                </a:lnTo>
                <a:lnTo>
                  <a:pt x="230311" y="0"/>
                </a:lnTo>
                <a:close/>
              </a:path>
            </a:pathLst>
          </a:custGeom>
          <a:solidFill>
            <a:srgbClr val="F2B26B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0167" y="4088622"/>
            <a:ext cx="899652" cy="1394460"/>
          </a:xfrm>
          <a:custGeom>
            <a:avLst/>
            <a:gdLst/>
            <a:ahLst/>
            <a:cxnLst/>
            <a:rect l="l" t="t" r="r" b="b"/>
            <a:pathLst>
              <a:path w="899652" h="1394460">
                <a:moveTo>
                  <a:pt x="51280" y="0"/>
                </a:moveTo>
                <a:lnTo>
                  <a:pt x="0" y="0"/>
                </a:lnTo>
                <a:lnTo>
                  <a:pt x="0" y="170934"/>
                </a:lnTo>
                <a:lnTo>
                  <a:pt x="343667" y="460622"/>
                </a:lnTo>
                <a:lnTo>
                  <a:pt x="346816" y="463321"/>
                </a:lnTo>
                <a:lnTo>
                  <a:pt x="349964" y="466469"/>
                </a:lnTo>
                <a:lnTo>
                  <a:pt x="352214" y="470068"/>
                </a:lnTo>
                <a:lnTo>
                  <a:pt x="354463" y="473667"/>
                </a:lnTo>
                <a:lnTo>
                  <a:pt x="356262" y="477265"/>
                </a:lnTo>
                <a:lnTo>
                  <a:pt x="357612" y="481314"/>
                </a:lnTo>
                <a:lnTo>
                  <a:pt x="358961" y="485362"/>
                </a:lnTo>
                <a:lnTo>
                  <a:pt x="359411" y="489410"/>
                </a:lnTo>
                <a:lnTo>
                  <a:pt x="449376" y="1254114"/>
                </a:lnTo>
                <a:lnTo>
                  <a:pt x="449826" y="1258613"/>
                </a:lnTo>
                <a:lnTo>
                  <a:pt x="449826" y="1262661"/>
                </a:lnTo>
                <a:lnTo>
                  <a:pt x="449376" y="1267159"/>
                </a:lnTo>
                <a:lnTo>
                  <a:pt x="448476" y="1271208"/>
                </a:lnTo>
                <a:lnTo>
                  <a:pt x="447127" y="1275256"/>
                </a:lnTo>
                <a:lnTo>
                  <a:pt x="445328" y="1279305"/>
                </a:lnTo>
                <a:lnTo>
                  <a:pt x="443078" y="1282903"/>
                </a:lnTo>
                <a:lnTo>
                  <a:pt x="440829" y="1286502"/>
                </a:lnTo>
                <a:lnTo>
                  <a:pt x="438130" y="1289651"/>
                </a:lnTo>
                <a:lnTo>
                  <a:pt x="434982" y="1292799"/>
                </a:lnTo>
                <a:lnTo>
                  <a:pt x="431833" y="1295498"/>
                </a:lnTo>
                <a:lnTo>
                  <a:pt x="428234" y="1297747"/>
                </a:lnTo>
                <a:lnTo>
                  <a:pt x="424636" y="1299997"/>
                </a:lnTo>
                <a:lnTo>
                  <a:pt x="420587" y="1301796"/>
                </a:lnTo>
                <a:lnTo>
                  <a:pt x="416539" y="1303145"/>
                </a:lnTo>
                <a:lnTo>
                  <a:pt x="412040" y="1304045"/>
                </a:lnTo>
                <a:lnTo>
                  <a:pt x="0" y="1372419"/>
                </a:lnTo>
                <a:lnTo>
                  <a:pt x="0" y="1394460"/>
                </a:lnTo>
                <a:lnTo>
                  <a:pt x="896953" y="1394460"/>
                </a:lnTo>
                <a:lnTo>
                  <a:pt x="899652" y="1349477"/>
                </a:lnTo>
                <a:lnTo>
                  <a:pt x="764704" y="1079582"/>
                </a:lnTo>
                <a:close/>
              </a:path>
            </a:pathLst>
          </a:custGeom>
          <a:solidFill>
            <a:srgbClr val="9A9A9A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3666" y="4223569"/>
            <a:ext cx="1726431" cy="764704"/>
          </a:xfrm>
          <a:custGeom>
            <a:avLst/>
            <a:gdLst/>
            <a:ahLst/>
            <a:cxnLst/>
            <a:rect l="l" t="t" r="r" b="b"/>
            <a:pathLst>
              <a:path w="1726431" h="764704">
                <a:moveTo>
                  <a:pt x="1434045" y="0"/>
                </a:moveTo>
                <a:lnTo>
                  <a:pt x="871762" y="67474"/>
                </a:lnTo>
                <a:lnTo>
                  <a:pt x="17093" y="314878"/>
                </a:lnTo>
                <a:lnTo>
                  <a:pt x="0" y="457923"/>
                </a:lnTo>
                <a:lnTo>
                  <a:pt x="17093" y="764704"/>
                </a:lnTo>
                <a:lnTo>
                  <a:pt x="1726431" y="494808"/>
                </a:lnTo>
                <a:lnTo>
                  <a:pt x="1632868" y="167335"/>
                </a:lnTo>
                <a:close/>
              </a:path>
            </a:pathLst>
          </a:custGeom>
          <a:solidFill>
            <a:srgbClr val="9B6FC0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86328" y="4637409"/>
            <a:ext cx="1208682" cy="890655"/>
          </a:xfrm>
          <a:custGeom>
            <a:avLst/>
            <a:gdLst/>
            <a:ahLst/>
            <a:cxnLst/>
            <a:rect l="l" t="t" r="r" b="b"/>
            <a:pathLst>
              <a:path w="1208682" h="890655">
                <a:moveTo>
                  <a:pt x="1208682" y="710725"/>
                </a:moveTo>
                <a:lnTo>
                  <a:pt x="1125014" y="0"/>
                </a:lnTo>
                <a:lnTo>
                  <a:pt x="991416" y="8997"/>
                </a:lnTo>
                <a:lnTo>
                  <a:pt x="1009859" y="73771"/>
                </a:lnTo>
                <a:lnTo>
                  <a:pt x="1010309" y="76021"/>
                </a:lnTo>
                <a:lnTo>
                  <a:pt x="1010759" y="78720"/>
                </a:lnTo>
                <a:lnTo>
                  <a:pt x="1010759" y="81418"/>
                </a:lnTo>
                <a:lnTo>
                  <a:pt x="1010759" y="84117"/>
                </a:lnTo>
                <a:lnTo>
                  <a:pt x="1010309" y="86816"/>
                </a:lnTo>
                <a:lnTo>
                  <a:pt x="1009409" y="89515"/>
                </a:lnTo>
                <a:lnTo>
                  <a:pt x="1008509" y="91764"/>
                </a:lnTo>
                <a:lnTo>
                  <a:pt x="1007160" y="94463"/>
                </a:lnTo>
                <a:lnTo>
                  <a:pt x="1005811" y="96713"/>
                </a:lnTo>
                <a:lnTo>
                  <a:pt x="1004011" y="98512"/>
                </a:lnTo>
                <a:lnTo>
                  <a:pt x="1002212" y="100761"/>
                </a:lnTo>
                <a:lnTo>
                  <a:pt x="1000413" y="102560"/>
                </a:lnTo>
                <a:lnTo>
                  <a:pt x="998163" y="103910"/>
                </a:lnTo>
                <a:lnTo>
                  <a:pt x="995465" y="105259"/>
                </a:lnTo>
                <a:lnTo>
                  <a:pt x="993215" y="106159"/>
                </a:lnTo>
                <a:lnTo>
                  <a:pt x="990516" y="107059"/>
                </a:lnTo>
                <a:lnTo>
                  <a:pt x="987817" y="107508"/>
                </a:lnTo>
                <a:lnTo>
                  <a:pt x="0" y="263598"/>
                </a:lnTo>
                <a:lnTo>
                  <a:pt x="174083" y="890655"/>
                </a:lnTo>
                <a:lnTo>
                  <a:pt x="609964" y="854219"/>
                </a:lnTo>
                <a:lnTo>
                  <a:pt x="668891" y="800690"/>
                </a:lnTo>
                <a:close/>
              </a:path>
            </a:pathLst>
          </a:custGeom>
          <a:solidFill>
            <a:srgbClr val="9B6FC0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48303" y="4906405"/>
            <a:ext cx="1012108" cy="981520"/>
          </a:xfrm>
          <a:custGeom>
            <a:avLst/>
            <a:gdLst/>
            <a:ahLst/>
            <a:cxnLst/>
            <a:rect l="l" t="t" r="r" b="b"/>
            <a:pathLst>
              <a:path w="1012108" h="981520">
                <a:moveTo>
                  <a:pt x="1012108" y="648649"/>
                </a:moveTo>
                <a:lnTo>
                  <a:pt x="1011658" y="648649"/>
                </a:lnTo>
                <a:lnTo>
                  <a:pt x="1008959" y="648649"/>
                </a:lnTo>
                <a:lnTo>
                  <a:pt x="1006260" y="648199"/>
                </a:lnTo>
                <a:lnTo>
                  <a:pt x="1004011" y="647299"/>
                </a:lnTo>
                <a:lnTo>
                  <a:pt x="1001312" y="646400"/>
                </a:lnTo>
                <a:lnTo>
                  <a:pt x="999063" y="645050"/>
                </a:lnTo>
                <a:lnTo>
                  <a:pt x="996814" y="643701"/>
                </a:lnTo>
                <a:lnTo>
                  <a:pt x="994565" y="642351"/>
                </a:lnTo>
                <a:lnTo>
                  <a:pt x="992766" y="640552"/>
                </a:lnTo>
                <a:lnTo>
                  <a:pt x="990966" y="638303"/>
                </a:lnTo>
                <a:lnTo>
                  <a:pt x="989167" y="636054"/>
                </a:lnTo>
                <a:lnTo>
                  <a:pt x="987817" y="633805"/>
                </a:lnTo>
                <a:lnTo>
                  <a:pt x="986918" y="631555"/>
                </a:lnTo>
                <a:lnTo>
                  <a:pt x="986018" y="628856"/>
                </a:lnTo>
                <a:lnTo>
                  <a:pt x="843873" y="117405"/>
                </a:lnTo>
                <a:lnTo>
                  <a:pt x="804738" y="0"/>
                </a:lnTo>
                <a:lnTo>
                  <a:pt x="116505" y="108408"/>
                </a:lnTo>
                <a:lnTo>
                  <a:pt x="113806" y="108858"/>
                </a:lnTo>
                <a:lnTo>
                  <a:pt x="111557" y="108858"/>
                </a:lnTo>
                <a:lnTo>
                  <a:pt x="108858" y="108408"/>
                </a:lnTo>
                <a:lnTo>
                  <a:pt x="106159" y="107958"/>
                </a:lnTo>
                <a:lnTo>
                  <a:pt x="103460" y="107508"/>
                </a:lnTo>
                <a:lnTo>
                  <a:pt x="101211" y="106159"/>
                </a:lnTo>
                <a:lnTo>
                  <a:pt x="98962" y="105259"/>
                </a:lnTo>
                <a:lnTo>
                  <a:pt x="96713" y="103460"/>
                </a:lnTo>
                <a:lnTo>
                  <a:pt x="94463" y="102110"/>
                </a:lnTo>
                <a:lnTo>
                  <a:pt x="92664" y="100311"/>
                </a:lnTo>
                <a:lnTo>
                  <a:pt x="90865" y="98062"/>
                </a:lnTo>
                <a:lnTo>
                  <a:pt x="89515" y="95813"/>
                </a:lnTo>
                <a:lnTo>
                  <a:pt x="88166" y="93564"/>
                </a:lnTo>
                <a:lnTo>
                  <a:pt x="87266" y="91315"/>
                </a:lnTo>
                <a:lnTo>
                  <a:pt x="86367" y="88616"/>
                </a:lnTo>
                <a:lnTo>
                  <a:pt x="85917" y="85917"/>
                </a:lnTo>
                <a:lnTo>
                  <a:pt x="85467" y="83218"/>
                </a:lnTo>
                <a:lnTo>
                  <a:pt x="84117" y="58028"/>
                </a:lnTo>
                <a:lnTo>
                  <a:pt x="61176" y="61626"/>
                </a:lnTo>
                <a:lnTo>
                  <a:pt x="0" y="576677"/>
                </a:lnTo>
                <a:lnTo>
                  <a:pt x="292387" y="891555"/>
                </a:lnTo>
                <a:lnTo>
                  <a:pt x="382352" y="981520"/>
                </a:lnTo>
                <a:lnTo>
                  <a:pt x="1012108" y="981520"/>
                </a:lnTo>
                <a:close/>
              </a:path>
            </a:pathLst>
          </a:custGeom>
          <a:solidFill>
            <a:srgbClr val="E8892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25115" y="5348134"/>
            <a:ext cx="764704" cy="728268"/>
          </a:xfrm>
          <a:custGeom>
            <a:avLst/>
            <a:gdLst/>
            <a:ahLst/>
            <a:cxnLst/>
            <a:rect l="l" t="t" r="r" b="b"/>
            <a:pathLst>
              <a:path w="764704" h="728268">
                <a:moveTo>
                  <a:pt x="584774" y="629756"/>
                </a:moveTo>
                <a:lnTo>
                  <a:pt x="742213" y="449826"/>
                </a:lnTo>
                <a:lnTo>
                  <a:pt x="764704" y="89965"/>
                </a:lnTo>
                <a:lnTo>
                  <a:pt x="719721" y="0"/>
                </a:lnTo>
                <a:lnTo>
                  <a:pt x="314878" y="0"/>
                </a:lnTo>
                <a:lnTo>
                  <a:pt x="314878" y="3149"/>
                </a:lnTo>
                <a:lnTo>
                  <a:pt x="314428" y="7647"/>
                </a:lnTo>
                <a:lnTo>
                  <a:pt x="313529" y="11695"/>
                </a:lnTo>
                <a:lnTo>
                  <a:pt x="312179" y="15744"/>
                </a:lnTo>
                <a:lnTo>
                  <a:pt x="310380" y="19792"/>
                </a:lnTo>
                <a:lnTo>
                  <a:pt x="308131" y="23391"/>
                </a:lnTo>
                <a:lnTo>
                  <a:pt x="305882" y="26990"/>
                </a:lnTo>
                <a:lnTo>
                  <a:pt x="303183" y="30138"/>
                </a:lnTo>
                <a:lnTo>
                  <a:pt x="300034" y="33287"/>
                </a:lnTo>
                <a:lnTo>
                  <a:pt x="296885" y="35986"/>
                </a:lnTo>
                <a:lnTo>
                  <a:pt x="293286" y="38235"/>
                </a:lnTo>
                <a:lnTo>
                  <a:pt x="289688" y="40484"/>
                </a:lnTo>
                <a:lnTo>
                  <a:pt x="285639" y="42284"/>
                </a:lnTo>
                <a:lnTo>
                  <a:pt x="281591" y="43633"/>
                </a:lnTo>
                <a:lnTo>
                  <a:pt x="277093" y="44533"/>
                </a:lnTo>
                <a:lnTo>
                  <a:pt x="0" y="90415"/>
                </a:lnTo>
                <a:lnTo>
                  <a:pt x="0" y="728268"/>
                </a:lnTo>
                <a:lnTo>
                  <a:pt x="269895" y="719721"/>
                </a:lnTo>
                <a:close/>
              </a:path>
            </a:pathLst>
          </a:custGeom>
          <a:solidFill>
            <a:srgbClr val="9B6FC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ln w="12700">
            <a:solidFill>
              <a:srgbClr val="777777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8379" y="1572326"/>
            <a:ext cx="1006572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18379" y="1572326"/>
            <a:ext cx="100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· DISPATCH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≈2,900 sq ft ground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2519842" y="1864712"/>
            <a:ext cx="522671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519842" y="1864712"/>
            <a:ext cx="522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≈2,700 sq ft ground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3122714" y="2269556"/>
            <a:ext cx="5764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122714" y="2269556"/>
            <a:ext cx="576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≈1,100 sq ft ground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4365189" y="3259172"/>
            <a:ext cx="10603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365189" y="3259172"/>
            <a:ext cx="106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· EDITORIAL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≈3,800 sq ft ground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4310361" y="3911420"/>
            <a:ext cx="63020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310361" y="3911420"/>
            <a:ext cx="630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≈1,800 sq ft ground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5834845" y="4901037"/>
            <a:ext cx="4151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834845" y="4901037"/>
            <a:ext cx="41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≈2,100 sq ft ground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4391542" y="5890653"/>
            <a:ext cx="7377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391542" y="5890653"/>
            <a:ext cx="737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≈3,400 sq ft ground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2062824" y="5755706"/>
            <a:ext cx="1436705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62824" y="5755706"/>
            <a:ext cx="14367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≈6,000 sq ft ground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1629505" y="4878545"/>
            <a:ext cx="683971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629505" y="4878545"/>
            <a:ext cx="683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≈6,400 sq ft ground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2655851" y="4923528"/>
            <a:ext cx="10603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655851" y="4923528"/>
            <a:ext cx="1060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≈5,400 sq ft ground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2377172" y="3079242"/>
            <a:ext cx="1167872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377172" y="3079242"/>
            <a:ext cx="116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 (summit)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≈20,000 sq ft ground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1422160" y="3708998"/>
            <a:ext cx="468904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422160" y="3708998"/>
            <a:ext cx="468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SLOPES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≈17,200 sq ft ground</a:t>
            </a:r>
            <a:endParaRPr lang="en-US" sz="600" dirty="0"/>
          </a:p>
        </p:txBody>
      </p:sp>
      <p:sp>
        <p:nvSpPr>
          <p:cNvPr id="51" name="Shape 48"/>
          <p:cNvSpPr/>
          <p:nvPr/>
        </p:nvSpPr>
        <p:spPr>
          <a:xfrm>
            <a:off x="4175944" y="4383737"/>
            <a:ext cx="8990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175944" y="4383737"/>
            <a:ext cx="899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PRESS CLUB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≈5,900 sq ft ground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4698167" y="4946019"/>
            <a:ext cx="1114105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698167" y="4946019"/>
            <a:ext cx="1114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+ RECREATION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≈5,000 sq ft ground</a:t>
            </a:r>
            <a:endParaRPr lang="en-US" sz="600" dirty="0"/>
          </a:p>
        </p:txBody>
      </p:sp>
      <p:sp>
        <p:nvSpPr>
          <p:cNvPr id="55" name="Shape 52"/>
          <p:cNvSpPr/>
          <p:nvPr/>
        </p:nvSpPr>
        <p:spPr>
          <a:xfrm>
            <a:off x="3654252" y="5373354"/>
            <a:ext cx="952805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654252" y="5373354"/>
            <a:ext cx="952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 · BOOKSHOP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≈5,400 sq ft ground</a:t>
            </a:r>
            <a:endParaRPr lang="en-US" sz="600" dirty="0"/>
          </a:p>
        </p:txBody>
      </p:sp>
      <p:sp>
        <p:nvSpPr>
          <p:cNvPr id="57" name="Shape 54"/>
          <p:cNvSpPr/>
          <p:nvPr/>
        </p:nvSpPr>
        <p:spPr>
          <a:xfrm>
            <a:off x="5583580" y="5665740"/>
            <a:ext cx="737738" cy="274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5583580" y="5665740"/>
            <a:ext cx="737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COURT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≈3,300 sq ft ground</a:t>
            </a:r>
            <a:endParaRPr lang="en-US" sz="600" dirty="0"/>
          </a:p>
        </p:txBody>
      </p:sp>
      <p:sp>
        <p:nvSpPr>
          <p:cNvPr id="59" name="Shape 56"/>
          <p:cNvSpPr/>
          <p:nvPr/>
        </p:nvSpPr>
        <p:spPr>
          <a:xfrm>
            <a:off x="7223760" y="1188720"/>
            <a:ext cx="201168" cy="128016"/>
          </a:xfrm>
          <a:prstGeom prst="rect">
            <a:avLst/>
          </a:prstGeom>
          <a:solidFill>
            <a:srgbClr val="E8892B">
              <a:alpha val="80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498080" y="11795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civic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509760" y="1188720"/>
            <a:ext cx="201168" cy="128016"/>
          </a:xfrm>
          <a:prstGeom prst="rect">
            <a:avLst/>
          </a:prstGeom>
          <a:solidFill>
            <a:srgbClr val="E8C61E">
              <a:alpha val="80000"/>
            </a:srgbClr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9784080" y="11795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223760" y="1389888"/>
            <a:ext cx="201168" cy="128016"/>
          </a:xfrm>
          <a:prstGeom prst="rect">
            <a:avLst/>
          </a:prstGeom>
          <a:solidFill>
            <a:srgbClr val="D9507A">
              <a:alpha val="80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7498080" y="1380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/ production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9509760" y="1389888"/>
            <a:ext cx="201168" cy="128016"/>
          </a:xfrm>
          <a:prstGeom prst="rect">
            <a:avLst/>
          </a:prstGeom>
          <a:solidFill>
            <a:srgbClr val="5A5A66">
              <a:alpha val="80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9784080" y="1380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(protected)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7223760" y="1591056"/>
            <a:ext cx="201168" cy="128016"/>
          </a:xfrm>
          <a:prstGeom prst="rect">
            <a:avLst/>
          </a:prstGeom>
          <a:solidFill>
            <a:srgbClr val="F2B26B">
              <a:alpha val="80000"/>
            </a:srgbClr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7498080" y="1581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509760" y="1591056"/>
            <a:ext cx="201168" cy="128016"/>
          </a:xfrm>
          <a:prstGeom prst="rect">
            <a:avLst/>
          </a:prstGeom>
          <a:solidFill>
            <a:srgbClr val="9A9A9A">
              <a:alpha val="80000"/>
            </a:srgbClr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784080" y="1581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service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7223760" y="1792224"/>
            <a:ext cx="201168" cy="128016"/>
          </a:xfrm>
          <a:prstGeom prst="rect">
            <a:avLst/>
          </a:prstGeom>
          <a:solidFill>
            <a:srgbClr val="9B6FC0">
              <a:alpha val="80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7498080" y="1783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club / games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9509760" y="1792224"/>
            <a:ext cx="201168" cy="128016"/>
          </a:xfrm>
          <a:prstGeom prst="rect">
            <a:avLst/>
          </a:prstGeom>
          <a:solidFill>
            <a:srgbClr val="6FAE4E">
              <a:alpha val="80000"/>
            </a:srgbClr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9784080" y="1783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/ slopes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223760" y="1993392"/>
            <a:ext cx="201168" cy="128016"/>
          </a:xfrm>
          <a:prstGeom prst="rect">
            <a:avLst/>
          </a:prstGeom>
          <a:solidFill>
            <a:srgbClr val="F5D9A8">
              <a:alpha val="80000"/>
            </a:srgbClr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7498080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summit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9509760" y="2052828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77777"/>
            </a:solidFill>
            <a:prstDash val="dash"/>
          </a:ln>
        </p:spPr>
      </p:sp>
      <p:sp>
        <p:nvSpPr>
          <p:cNvPr id="78" name="Text 75"/>
          <p:cNvSpPr txBox="1"/>
          <p:nvPr/>
        </p:nvSpPr>
        <p:spPr>
          <a:xfrm>
            <a:off x="9784080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Press Club (removed)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7223760" y="2240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LOGIC</a:t>
            </a:r>
            <a:endParaRPr lang="en-US" sz="800" dirty="0"/>
          </a:p>
        </p:txBody>
      </p:sp>
      <p:sp>
        <p:nvSpPr>
          <p:cNvPr id="80" name="Text 77"/>
          <p:cNvSpPr txBox="1"/>
          <p:nvPr/>
        </p:nvSpPr>
        <p:spPr>
          <a:xfrm>
            <a:off x="7223760" y="2459736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base (0'–4')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 at the survey's ENTRANCE; exhibition + press conference along Davis Rd S.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slope (+4'–+12')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raked on the SW slope; library + reading on the existing stair route.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pocket (+1')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+ dispatch with a service yard — the only flat ground away from the entrance.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bank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+ research at the NW end, media + editorial at the SE end, next to the new press club.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Press Club site (+1'–+8')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removed; its flat ground takes a new press club (lounge, dining, meeting), games + recreation, a cafe + bookshop on the forum and an outdoor games court.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edge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next to media; admin + staff entry on the E side.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Flanks + 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building: landscape, existing stairs, open forum at +28'.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722376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Press Club removed (my design decision; handout asks to re-envision the existing built environment). Dashed = its old outline, approximated from the survey. NW existing structure kept — use to be decided.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+ CIRCULATION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enters at the surveyed ENTRANCE (+0'); service and staff kept off the public route.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pic>
        <p:nvPicPr>
          <p:cNvPr id="6" name="Image 0" descr="Shimla Pahari survey with levels (bas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26" y="1097280"/>
            <a:ext cx="5712788" cy="5577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6926" y="1097280"/>
            <a:ext cx="5712788" cy="55778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804" y="1448594"/>
            <a:ext cx="1773663" cy="3119992"/>
          </a:xfrm>
          <a:custGeom>
            <a:avLst/>
            <a:gdLst/>
            <a:ahLst/>
            <a:cxnLst/>
            <a:rect l="l" t="t" r="r" b="b"/>
            <a:pathLst>
              <a:path w="1773663" h="3119992">
                <a:moveTo>
                  <a:pt x="596919" y="2967051"/>
                </a:moveTo>
                <a:lnTo>
                  <a:pt x="585223" y="2955356"/>
                </a:lnTo>
                <a:lnTo>
                  <a:pt x="573528" y="2942311"/>
                </a:lnTo>
                <a:lnTo>
                  <a:pt x="562282" y="2929715"/>
                </a:lnTo>
                <a:lnTo>
                  <a:pt x="551486" y="2916671"/>
                </a:lnTo>
                <a:lnTo>
                  <a:pt x="541140" y="2903626"/>
                </a:lnTo>
                <a:lnTo>
                  <a:pt x="530794" y="2889681"/>
                </a:lnTo>
                <a:lnTo>
                  <a:pt x="520898" y="2875736"/>
                </a:lnTo>
                <a:lnTo>
                  <a:pt x="511002" y="2861792"/>
                </a:lnTo>
                <a:lnTo>
                  <a:pt x="501556" y="2847397"/>
                </a:lnTo>
                <a:lnTo>
                  <a:pt x="493009" y="2833003"/>
                </a:lnTo>
                <a:lnTo>
                  <a:pt x="484013" y="2818609"/>
                </a:lnTo>
                <a:lnTo>
                  <a:pt x="475916" y="2803764"/>
                </a:lnTo>
                <a:lnTo>
                  <a:pt x="468269" y="2788020"/>
                </a:lnTo>
                <a:lnTo>
                  <a:pt x="461071" y="2773176"/>
                </a:lnTo>
                <a:lnTo>
                  <a:pt x="447127" y="2741688"/>
                </a:lnTo>
                <a:lnTo>
                  <a:pt x="433182" y="2710650"/>
                </a:lnTo>
                <a:lnTo>
                  <a:pt x="425535" y="2695806"/>
                </a:lnTo>
                <a:lnTo>
                  <a:pt x="417438" y="2680512"/>
                </a:lnTo>
                <a:lnTo>
                  <a:pt x="400345" y="2650823"/>
                </a:lnTo>
                <a:lnTo>
                  <a:pt x="392698" y="2635979"/>
                </a:lnTo>
                <a:lnTo>
                  <a:pt x="384601" y="2620235"/>
                </a:lnTo>
                <a:lnTo>
                  <a:pt x="377404" y="2605391"/>
                </a:lnTo>
                <a:lnTo>
                  <a:pt x="370207" y="2590097"/>
                </a:lnTo>
                <a:lnTo>
                  <a:pt x="357162" y="2558159"/>
                </a:lnTo>
                <a:lnTo>
                  <a:pt x="345016" y="2526672"/>
                </a:lnTo>
                <a:lnTo>
                  <a:pt x="333321" y="2494734"/>
                </a:lnTo>
                <a:lnTo>
                  <a:pt x="322975" y="2462346"/>
                </a:lnTo>
                <a:lnTo>
                  <a:pt x="313079" y="2429509"/>
                </a:lnTo>
                <a:lnTo>
                  <a:pt x="303632" y="2397122"/>
                </a:lnTo>
                <a:lnTo>
                  <a:pt x="295086" y="2363835"/>
                </a:lnTo>
                <a:lnTo>
                  <a:pt x="287889" y="2330098"/>
                </a:lnTo>
                <a:lnTo>
                  <a:pt x="281141" y="2297260"/>
                </a:lnTo>
                <a:lnTo>
                  <a:pt x="275293" y="2263523"/>
                </a:lnTo>
                <a:lnTo>
                  <a:pt x="271245" y="2229787"/>
                </a:lnTo>
                <a:lnTo>
                  <a:pt x="267646" y="2195600"/>
                </a:lnTo>
                <a:lnTo>
                  <a:pt x="265397" y="2161863"/>
                </a:lnTo>
                <a:lnTo>
                  <a:pt x="263598" y="2127676"/>
                </a:lnTo>
                <a:lnTo>
                  <a:pt x="263598" y="2093489"/>
                </a:lnTo>
                <a:lnTo>
                  <a:pt x="264048" y="2059303"/>
                </a:lnTo>
                <a:lnTo>
                  <a:pt x="265847" y="2025566"/>
                </a:lnTo>
                <a:lnTo>
                  <a:pt x="268546" y="1991379"/>
                </a:lnTo>
                <a:lnTo>
                  <a:pt x="271695" y="1957192"/>
                </a:lnTo>
                <a:lnTo>
                  <a:pt x="276643" y="1923455"/>
                </a:lnTo>
                <a:lnTo>
                  <a:pt x="279342" y="1907261"/>
                </a:lnTo>
                <a:lnTo>
                  <a:pt x="282041" y="1890168"/>
                </a:lnTo>
                <a:lnTo>
                  <a:pt x="289238" y="1856881"/>
                </a:lnTo>
                <a:lnTo>
                  <a:pt x="296885" y="1823594"/>
                </a:lnTo>
                <a:lnTo>
                  <a:pt x="300933" y="1806950"/>
                </a:lnTo>
                <a:lnTo>
                  <a:pt x="305432" y="1790757"/>
                </a:lnTo>
                <a:lnTo>
                  <a:pt x="310830" y="1774563"/>
                </a:lnTo>
                <a:lnTo>
                  <a:pt x="315328" y="1758369"/>
                </a:lnTo>
                <a:lnTo>
                  <a:pt x="327473" y="1725982"/>
                </a:lnTo>
                <a:lnTo>
                  <a:pt x="339618" y="1694494"/>
                </a:lnTo>
                <a:lnTo>
                  <a:pt x="353563" y="1663456"/>
                </a:lnTo>
                <a:lnTo>
                  <a:pt x="367958" y="1632418"/>
                </a:lnTo>
                <a:lnTo>
                  <a:pt x="382802" y="1601830"/>
                </a:lnTo>
                <a:lnTo>
                  <a:pt x="399445" y="1571691"/>
                </a:lnTo>
                <a:lnTo>
                  <a:pt x="416089" y="1542003"/>
                </a:lnTo>
                <a:lnTo>
                  <a:pt x="433632" y="1513214"/>
                </a:lnTo>
                <a:lnTo>
                  <a:pt x="451625" y="1484425"/>
                </a:lnTo>
                <a:lnTo>
                  <a:pt x="470518" y="1455636"/>
                </a:lnTo>
                <a:lnTo>
                  <a:pt x="488511" y="1426847"/>
                </a:lnTo>
                <a:lnTo>
                  <a:pt x="507853" y="1398508"/>
                </a:lnTo>
                <a:lnTo>
                  <a:pt x="527196" y="1370619"/>
                </a:lnTo>
                <a:lnTo>
                  <a:pt x="547438" y="1343180"/>
                </a:lnTo>
                <a:lnTo>
                  <a:pt x="567680" y="1316190"/>
                </a:lnTo>
                <a:lnTo>
                  <a:pt x="589272" y="1288751"/>
                </a:lnTo>
                <a:lnTo>
                  <a:pt x="609964" y="1262211"/>
                </a:lnTo>
                <a:lnTo>
                  <a:pt x="632455" y="1236571"/>
                </a:lnTo>
                <a:lnTo>
                  <a:pt x="654946" y="1210931"/>
                </a:lnTo>
                <a:lnTo>
                  <a:pt x="678337" y="1186191"/>
                </a:lnTo>
                <a:lnTo>
                  <a:pt x="703078" y="1162800"/>
                </a:lnTo>
                <a:lnTo>
                  <a:pt x="715673" y="1151104"/>
                </a:lnTo>
                <a:lnTo>
                  <a:pt x="727818" y="1139859"/>
                </a:lnTo>
                <a:lnTo>
                  <a:pt x="741313" y="1128613"/>
                </a:lnTo>
                <a:lnTo>
                  <a:pt x="754358" y="1117817"/>
                </a:lnTo>
                <a:lnTo>
                  <a:pt x="768302" y="1107921"/>
                </a:lnTo>
                <a:lnTo>
                  <a:pt x="781347" y="1097575"/>
                </a:lnTo>
                <a:lnTo>
                  <a:pt x="809686" y="1077783"/>
                </a:lnTo>
                <a:lnTo>
                  <a:pt x="838475" y="1058890"/>
                </a:lnTo>
                <a:lnTo>
                  <a:pt x="852870" y="1050343"/>
                </a:lnTo>
                <a:lnTo>
                  <a:pt x="867264" y="1041797"/>
                </a:lnTo>
                <a:lnTo>
                  <a:pt x="882558" y="1034150"/>
                </a:lnTo>
                <a:lnTo>
                  <a:pt x="897852" y="1026502"/>
                </a:lnTo>
                <a:lnTo>
                  <a:pt x="913596" y="1019755"/>
                </a:lnTo>
                <a:lnTo>
                  <a:pt x="928890" y="1013008"/>
                </a:lnTo>
                <a:lnTo>
                  <a:pt x="945084" y="1007160"/>
                </a:lnTo>
                <a:lnTo>
                  <a:pt x="961728" y="1002662"/>
                </a:lnTo>
                <a:lnTo>
                  <a:pt x="977921" y="997714"/>
                </a:lnTo>
                <a:lnTo>
                  <a:pt x="994565" y="993215"/>
                </a:lnTo>
                <a:lnTo>
                  <a:pt x="1011208" y="990067"/>
                </a:lnTo>
                <a:lnTo>
                  <a:pt x="1028302" y="987817"/>
                </a:lnTo>
                <a:lnTo>
                  <a:pt x="1044945" y="986018"/>
                </a:lnTo>
                <a:lnTo>
                  <a:pt x="1062039" y="984669"/>
                </a:lnTo>
                <a:lnTo>
                  <a:pt x="1079132" y="984669"/>
                </a:lnTo>
                <a:lnTo>
                  <a:pt x="1096225" y="984669"/>
                </a:lnTo>
                <a:lnTo>
                  <a:pt x="1113319" y="986468"/>
                </a:lnTo>
                <a:lnTo>
                  <a:pt x="1129962" y="988717"/>
                </a:lnTo>
                <a:lnTo>
                  <a:pt x="1147056" y="991416"/>
                </a:lnTo>
                <a:lnTo>
                  <a:pt x="1163699" y="995015"/>
                </a:lnTo>
                <a:lnTo>
                  <a:pt x="1179893" y="999063"/>
                </a:lnTo>
                <a:lnTo>
                  <a:pt x="1196087" y="1004461"/>
                </a:lnTo>
                <a:lnTo>
                  <a:pt x="1212281" y="1010309"/>
                </a:lnTo>
                <a:lnTo>
                  <a:pt x="1228024" y="1017056"/>
                </a:lnTo>
                <a:lnTo>
                  <a:pt x="1243768" y="1023354"/>
                </a:lnTo>
                <a:lnTo>
                  <a:pt x="1259062" y="1030101"/>
                </a:lnTo>
                <a:lnTo>
                  <a:pt x="1290100" y="1045395"/>
                </a:lnTo>
                <a:lnTo>
                  <a:pt x="1320239" y="1061139"/>
                </a:lnTo>
                <a:lnTo>
                  <a:pt x="1349927" y="1077783"/>
                </a:lnTo>
                <a:lnTo>
                  <a:pt x="1408854" y="1111969"/>
                </a:lnTo>
                <a:lnTo>
                  <a:pt x="1438093" y="1129063"/>
                </a:lnTo>
                <a:lnTo>
                  <a:pt x="1468231" y="1145257"/>
                </a:lnTo>
                <a:lnTo>
                  <a:pt x="1498370" y="1160551"/>
                </a:lnTo>
                <a:lnTo>
                  <a:pt x="1529408" y="1174945"/>
                </a:lnTo>
                <a:lnTo>
                  <a:pt x="1560896" y="1188440"/>
                </a:lnTo>
                <a:lnTo>
                  <a:pt x="1577089" y="1194737"/>
                </a:lnTo>
                <a:lnTo>
                  <a:pt x="1592833" y="1200585"/>
                </a:lnTo>
                <a:lnTo>
                  <a:pt x="1609027" y="1205983"/>
                </a:lnTo>
                <a:lnTo>
                  <a:pt x="1625221" y="1210931"/>
                </a:lnTo>
                <a:lnTo>
                  <a:pt x="1641864" y="1215429"/>
                </a:lnTo>
                <a:lnTo>
                  <a:pt x="1657608" y="1219928"/>
                </a:lnTo>
                <a:lnTo>
                  <a:pt x="1674701" y="1223076"/>
                </a:lnTo>
                <a:lnTo>
                  <a:pt x="1691345" y="1226225"/>
                </a:lnTo>
                <a:lnTo>
                  <a:pt x="1708438" y="1228474"/>
                </a:lnTo>
                <a:lnTo>
                  <a:pt x="1725082" y="1230723"/>
                </a:lnTo>
                <a:lnTo>
                  <a:pt x="1742175" y="1232073"/>
                </a:lnTo>
                <a:lnTo>
                  <a:pt x="1759269" y="1233422"/>
                </a:lnTo>
                <a:lnTo>
                  <a:pt x="1773663" y="1233872"/>
                </a:lnTo>
                <a:lnTo>
                  <a:pt x="1259512" y="844773"/>
                </a:lnTo>
                <a:lnTo>
                  <a:pt x="1259512" y="383252"/>
                </a:lnTo>
                <a:lnTo>
                  <a:pt x="1214530" y="593320"/>
                </a:lnTo>
                <a:lnTo>
                  <a:pt x="719721" y="525846"/>
                </a:lnTo>
                <a:lnTo>
                  <a:pt x="764704" y="188477"/>
                </a:lnTo>
                <a:lnTo>
                  <a:pt x="1259512" y="274394"/>
                </a:lnTo>
                <a:lnTo>
                  <a:pt x="1259512" y="268546"/>
                </a:lnTo>
                <a:lnTo>
                  <a:pt x="1034599" y="98512"/>
                </a:lnTo>
                <a:lnTo>
                  <a:pt x="809686" y="0"/>
                </a:lnTo>
                <a:lnTo>
                  <a:pt x="809686" y="159688"/>
                </a:lnTo>
                <a:lnTo>
                  <a:pt x="771001" y="152941"/>
                </a:lnTo>
                <a:lnTo>
                  <a:pt x="767403" y="152491"/>
                </a:lnTo>
                <a:lnTo>
                  <a:pt x="763804" y="152491"/>
                </a:lnTo>
                <a:lnTo>
                  <a:pt x="760206" y="152941"/>
                </a:lnTo>
                <a:lnTo>
                  <a:pt x="756607" y="153391"/>
                </a:lnTo>
                <a:lnTo>
                  <a:pt x="753008" y="154290"/>
                </a:lnTo>
                <a:lnTo>
                  <a:pt x="749860" y="155640"/>
                </a:lnTo>
                <a:lnTo>
                  <a:pt x="746261" y="157439"/>
                </a:lnTo>
                <a:lnTo>
                  <a:pt x="743562" y="159688"/>
                </a:lnTo>
                <a:lnTo>
                  <a:pt x="740413" y="161937"/>
                </a:lnTo>
                <a:lnTo>
                  <a:pt x="738164" y="164186"/>
                </a:lnTo>
                <a:lnTo>
                  <a:pt x="735915" y="166885"/>
                </a:lnTo>
                <a:lnTo>
                  <a:pt x="733666" y="170034"/>
                </a:lnTo>
                <a:lnTo>
                  <a:pt x="731867" y="173183"/>
                </a:lnTo>
                <a:lnTo>
                  <a:pt x="730517" y="176782"/>
                </a:lnTo>
                <a:lnTo>
                  <a:pt x="729617" y="180380"/>
                </a:lnTo>
                <a:lnTo>
                  <a:pt x="729168" y="183529"/>
                </a:lnTo>
                <a:lnTo>
                  <a:pt x="695881" y="433182"/>
                </a:lnTo>
                <a:lnTo>
                  <a:pt x="689133" y="434532"/>
                </a:lnTo>
                <a:lnTo>
                  <a:pt x="664843" y="439480"/>
                </a:lnTo>
                <a:lnTo>
                  <a:pt x="653147" y="442179"/>
                </a:lnTo>
                <a:lnTo>
                  <a:pt x="641901" y="445328"/>
                </a:lnTo>
                <a:lnTo>
                  <a:pt x="630206" y="448476"/>
                </a:lnTo>
                <a:lnTo>
                  <a:pt x="618960" y="452075"/>
                </a:lnTo>
                <a:lnTo>
                  <a:pt x="607715" y="456573"/>
                </a:lnTo>
                <a:lnTo>
                  <a:pt x="596919" y="461971"/>
                </a:lnTo>
                <a:lnTo>
                  <a:pt x="585673" y="466919"/>
                </a:lnTo>
                <a:lnTo>
                  <a:pt x="575777" y="472767"/>
                </a:lnTo>
                <a:lnTo>
                  <a:pt x="565431" y="479514"/>
                </a:lnTo>
                <a:lnTo>
                  <a:pt x="555985" y="486712"/>
                </a:lnTo>
                <a:lnTo>
                  <a:pt x="546988" y="494359"/>
                </a:lnTo>
                <a:lnTo>
                  <a:pt x="537992" y="502905"/>
                </a:lnTo>
                <a:lnTo>
                  <a:pt x="529445" y="511002"/>
                </a:lnTo>
                <a:lnTo>
                  <a:pt x="520898" y="519999"/>
                </a:lnTo>
                <a:lnTo>
                  <a:pt x="505154" y="537992"/>
                </a:lnTo>
                <a:lnTo>
                  <a:pt x="489860" y="556884"/>
                </a:lnTo>
                <a:lnTo>
                  <a:pt x="475916" y="576677"/>
                </a:lnTo>
                <a:lnTo>
                  <a:pt x="461971" y="596019"/>
                </a:lnTo>
                <a:lnTo>
                  <a:pt x="448476" y="616261"/>
                </a:lnTo>
                <a:lnTo>
                  <a:pt x="435881" y="636953"/>
                </a:lnTo>
                <a:lnTo>
                  <a:pt x="411591" y="678787"/>
                </a:lnTo>
                <a:lnTo>
                  <a:pt x="388200" y="721071"/>
                </a:lnTo>
                <a:lnTo>
                  <a:pt x="365708" y="763804"/>
                </a:lnTo>
                <a:lnTo>
                  <a:pt x="343667" y="806538"/>
                </a:lnTo>
                <a:lnTo>
                  <a:pt x="327923" y="840724"/>
                </a:lnTo>
                <a:lnTo>
                  <a:pt x="23841" y="840724"/>
                </a:lnTo>
                <a:lnTo>
                  <a:pt x="0" y="1020655"/>
                </a:lnTo>
                <a:lnTo>
                  <a:pt x="0" y="1920306"/>
                </a:lnTo>
                <a:lnTo>
                  <a:pt x="89965" y="2370132"/>
                </a:lnTo>
                <a:lnTo>
                  <a:pt x="179930" y="3119992"/>
                </a:lnTo>
                <a:lnTo>
                  <a:pt x="179930" y="2999888"/>
                </a:lnTo>
                <a:lnTo>
                  <a:pt x="633355" y="2999888"/>
                </a:lnTo>
                <a:lnTo>
                  <a:pt x="622109" y="2990442"/>
                </a:lnTo>
                <a:lnTo>
                  <a:pt x="609514" y="2978746"/>
                </a:lnTo>
                <a:close/>
              </a:path>
            </a:pathLst>
          </a:custGeom>
          <a:solidFill>
            <a:srgbClr val="6FAE4E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5402" y="2433263"/>
            <a:ext cx="3089404" cy="2480339"/>
          </a:xfrm>
          <a:custGeom>
            <a:avLst/>
            <a:gdLst/>
            <a:ahLst/>
            <a:cxnLst/>
            <a:rect l="l" t="t" r="r" b="b"/>
            <a:pathLst>
              <a:path w="3089404" h="2480339">
                <a:moveTo>
                  <a:pt x="1992728" y="2381378"/>
                </a:moveTo>
                <a:lnTo>
                  <a:pt x="2003974" y="2369233"/>
                </a:lnTo>
                <a:lnTo>
                  <a:pt x="2014770" y="2355738"/>
                </a:lnTo>
                <a:lnTo>
                  <a:pt x="2025566" y="2342693"/>
                </a:lnTo>
                <a:lnTo>
                  <a:pt x="2035912" y="2328748"/>
                </a:lnTo>
                <a:lnTo>
                  <a:pt x="2045358" y="2315253"/>
                </a:lnTo>
                <a:lnTo>
                  <a:pt x="2055254" y="2300859"/>
                </a:lnTo>
                <a:lnTo>
                  <a:pt x="2064700" y="2286914"/>
                </a:lnTo>
                <a:lnTo>
                  <a:pt x="2073697" y="2272070"/>
                </a:lnTo>
                <a:lnTo>
                  <a:pt x="2081794" y="2257676"/>
                </a:lnTo>
                <a:lnTo>
                  <a:pt x="2090341" y="2242831"/>
                </a:lnTo>
                <a:lnTo>
                  <a:pt x="2098437" y="2227537"/>
                </a:lnTo>
                <a:lnTo>
                  <a:pt x="2113282" y="2197399"/>
                </a:lnTo>
                <a:lnTo>
                  <a:pt x="2128126" y="2166361"/>
                </a:lnTo>
                <a:lnTo>
                  <a:pt x="2143870" y="2135773"/>
                </a:lnTo>
                <a:lnTo>
                  <a:pt x="2159164" y="2105635"/>
                </a:lnTo>
                <a:lnTo>
                  <a:pt x="2167711" y="2090790"/>
                </a:lnTo>
                <a:lnTo>
                  <a:pt x="2176257" y="2075946"/>
                </a:lnTo>
                <a:lnTo>
                  <a:pt x="2186153" y="2061552"/>
                </a:lnTo>
                <a:lnTo>
                  <a:pt x="2195600" y="2047607"/>
                </a:lnTo>
                <a:lnTo>
                  <a:pt x="2205046" y="2034112"/>
                </a:lnTo>
                <a:lnTo>
                  <a:pt x="2215842" y="2021067"/>
                </a:lnTo>
                <a:lnTo>
                  <a:pt x="2226638" y="2007573"/>
                </a:lnTo>
                <a:lnTo>
                  <a:pt x="2237883" y="1994528"/>
                </a:lnTo>
                <a:lnTo>
                  <a:pt x="2249579" y="1982382"/>
                </a:lnTo>
                <a:lnTo>
                  <a:pt x="2261274" y="1970237"/>
                </a:lnTo>
                <a:lnTo>
                  <a:pt x="2272970" y="1957642"/>
                </a:lnTo>
                <a:lnTo>
                  <a:pt x="2286015" y="1945946"/>
                </a:lnTo>
                <a:lnTo>
                  <a:pt x="2298160" y="1934251"/>
                </a:lnTo>
                <a:lnTo>
                  <a:pt x="2310755" y="1923005"/>
                </a:lnTo>
                <a:lnTo>
                  <a:pt x="2323800" y="1912659"/>
                </a:lnTo>
                <a:lnTo>
                  <a:pt x="2337295" y="1901414"/>
                </a:lnTo>
                <a:lnTo>
                  <a:pt x="2364284" y="1880272"/>
                </a:lnTo>
                <a:lnTo>
                  <a:pt x="2391724" y="1860480"/>
                </a:lnTo>
                <a:lnTo>
                  <a:pt x="2420063" y="1841587"/>
                </a:lnTo>
                <a:lnTo>
                  <a:pt x="2448402" y="1822244"/>
                </a:lnTo>
                <a:lnTo>
                  <a:pt x="2477191" y="1804701"/>
                </a:lnTo>
                <a:lnTo>
                  <a:pt x="2506429" y="1786708"/>
                </a:lnTo>
                <a:lnTo>
                  <a:pt x="2536118" y="1770514"/>
                </a:lnTo>
                <a:lnTo>
                  <a:pt x="2565806" y="1753871"/>
                </a:lnTo>
                <a:lnTo>
                  <a:pt x="2596395" y="1738127"/>
                </a:lnTo>
                <a:lnTo>
                  <a:pt x="2626533" y="1722833"/>
                </a:lnTo>
                <a:lnTo>
                  <a:pt x="2687709" y="1692245"/>
                </a:lnTo>
                <a:lnTo>
                  <a:pt x="2718297" y="1676951"/>
                </a:lnTo>
                <a:lnTo>
                  <a:pt x="2747986" y="1660757"/>
                </a:lnTo>
                <a:lnTo>
                  <a:pt x="2762830" y="1652210"/>
                </a:lnTo>
                <a:lnTo>
                  <a:pt x="2777225" y="1643214"/>
                </a:lnTo>
                <a:lnTo>
                  <a:pt x="2792069" y="1634217"/>
                </a:lnTo>
                <a:lnTo>
                  <a:pt x="2805564" y="1624321"/>
                </a:lnTo>
                <a:lnTo>
                  <a:pt x="2833453" y="1604529"/>
                </a:lnTo>
                <a:lnTo>
                  <a:pt x="2860442" y="1583837"/>
                </a:lnTo>
                <a:lnTo>
                  <a:pt x="2886532" y="1561795"/>
                </a:lnTo>
                <a:lnTo>
                  <a:pt x="2899127" y="1550550"/>
                </a:lnTo>
                <a:lnTo>
                  <a:pt x="2912172" y="1539304"/>
                </a:lnTo>
                <a:lnTo>
                  <a:pt x="2924318" y="1527608"/>
                </a:lnTo>
                <a:lnTo>
                  <a:pt x="2936013" y="1515463"/>
                </a:lnTo>
                <a:lnTo>
                  <a:pt x="2948608" y="1503318"/>
                </a:lnTo>
                <a:lnTo>
                  <a:pt x="2959404" y="1490273"/>
                </a:lnTo>
                <a:lnTo>
                  <a:pt x="2970200" y="1476778"/>
                </a:lnTo>
                <a:lnTo>
                  <a:pt x="2980996" y="1463733"/>
                </a:lnTo>
                <a:lnTo>
                  <a:pt x="2990442" y="1450238"/>
                </a:lnTo>
                <a:lnTo>
                  <a:pt x="3000788" y="1436294"/>
                </a:lnTo>
                <a:lnTo>
                  <a:pt x="3009784" y="1421899"/>
                </a:lnTo>
                <a:lnTo>
                  <a:pt x="3018781" y="1407505"/>
                </a:lnTo>
                <a:lnTo>
                  <a:pt x="3027328" y="1392661"/>
                </a:lnTo>
                <a:lnTo>
                  <a:pt x="3035425" y="1377816"/>
                </a:lnTo>
                <a:lnTo>
                  <a:pt x="3043072" y="1362522"/>
                </a:lnTo>
                <a:lnTo>
                  <a:pt x="3049819" y="1346778"/>
                </a:lnTo>
                <a:lnTo>
                  <a:pt x="3056117" y="1331035"/>
                </a:lnTo>
                <a:lnTo>
                  <a:pt x="3062414" y="1315291"/>
                </a:lnTo>
                <a:lnTo>
                  <a:pt x="3066912" y="1298647"/>
                </a:lnTo>
                <a:lnTo>
                  <a:pt x="3071860" y="1282453"/>
                </a:lnTo>
                <a:lnTo>
                  <a:pt x="3075909" y="1265360"/>
                </a:lnTo>
                <a:lnTo>
                  <a:pt x="3079957" y="1248716"/>
                </a:lnTo>
                <a:lnTo>
                  <a:pt x="3083106" y="1232073"/>
                </a:lnTo>
                <a:lnTo>
                  <a:pt x="3085805" y="1215879"/>
                </a:lnTo>
                <a:lnTo>
                  <a:pt x="3087155" y="1198786"/>
                </a:lnTo>
                <a:lnTo>
                  <a:pt x="3088954" y="1181692"/>
                </a:lnTo>
                <a:lnTo>
                  <a:pt x="3089404" y="1164599"/>
                </a:lnTo>
                <a:lnTo>
                  <a:pt x="3088954" y="1147506"/>
                </a:lnTo>
                <a:lnTo>
                  <a:pt x="3088054" y="1130862"/>
                </a:lnTo>
                <a:lnTo>
                  <a:pt x="3085805" y="1113769"/>
                </a:lnTo>
                <a:lnTo>
                  <a:pt x="3082656" y="1097125"/>
                </a:lnTo>
                <a:lnTo>
                  <a:pt x="3078158" y="1080032"/>
                </a:lnTo>
                <a:lnTo>
                  <a:pt x="3074110" y="1063838"/>
                </a:lnTo>
                <a:lnTo>
                  <a:pt x="3068712" y="1047194"/>
                </a:lnTo>
                <a:lnTo>
                  <a:pt x="3062864" y="1031451"/>
                </a:lnTo>
                <a:lnTo>
                  <a:pt x="3056117" y="1015707"/>
                </a:lnTo>
                <a:lnTo>
                  <a:pt x="3049369" y="999963"/>
                </a:lnTo>
                <a:lnTo>
                  <a:pt x="3042622" y="984669"/>
                </a:lnTo>
                <a:lnTo>
                  <a:pt x="3034975" y="969375"/>
                </a:lnTo>
                <a:lnTo>
                  <a:pt x="3026878" y="954530"/>
                </a:lnTo>
                <a:lnTo>
                  <a:pt x="3018781" y="938786"/>
                </a:lnTo>
                <a:lnTo>
                  <a:pt x="3011134" y="924392"/>
                </a:lnTo>
                <a:lnTo>
                  <a:pt x="2992691" y="895153"/>
                </a:lnTo>
                <a:lnTo>
                  <a:pt x="2974248" y="866814"/>
                </a:lnTo>
                <a:lnTo>
                  <a:pt x="2954906" y="838475"/>
                </a:lnTo>
                <a:lnTo>
                  <a:pt x="2945010" y="824531"/>
                </a:lnTo>
                <a:lnTo>
                  <a:pt x="2935113" y="811036"/>
                </a:lnTo>
                <a:lnTo>
                  <a:pt x="2913522" y="784496"/>
                </a:lnTo>
                <a:lnTo>
                  <a:pt x="2892380" y="757956"/>
                </a:lnTo>
                <a:lnTo>
                  <a:pt x="2847847" y="705777"/>
                </a:lnTo>
                <a:lnTo>
                  <a:pt x="2803764" y="654047"/>
                </a:lnTo>
                <a:lnTo>
                  <a:pt x="2791619" y="640102"/>
                </a:lnTo>
                <a:lnTo>
                  <a:pt x="2250029" y="231210"/>
                </a:lnTo>
                <a:lnTo>
                  <a:pt x="2241932" y="229411"/>
                </a:lnTo>
                <a:lnTo>
                  <a:pt x="2225288" y="225813"/>
                </a:lnTo>
                <a:lnTo>
                  <a:pt x="2209095" y="223114"/>
                </a:lnTo>
                <a:lnTo>
                  <a:pt x="2174908" y="217716"/>
                </a:lnTo>
                <a:lnTo>
                  <a:pt x="2141171" y="214567"/>
                </a:lnTo>
                <a:lnTo>
                  <a:pt x="2107434" y="211418"/>
                </a:lnTo>
                <a:lnTo>
                  <a:pt x="2090341" y="210518"/>
                </a:lnTo>
                <a:lnTo>
                  <a:pt x="2073247" y="210069"/>
                </a:lnTo>
                <a:lnTo>
                  <a:pt x="2056154" y="210069"/>
                </a:lnTo>
                <a:lnTo>
                  <a:pt x="2039060" y="210069"/>
                </a:lnTo>
                <a:lnTo>
                  <a:pt x="2004874" y="211418"/>
                </a:lnTo>
                <a:lnTo>
                  <a:pt x="1970687" y="213217"/>
                </a:lnTo>
                <a:lnTo>
                  <a:pt x="1936950" y="216366"/>
                </a:lnTo>
                <a:lnTo>
                  <a:pt x="1902763" y="219965"/>
                </a:lnTo>
                <a:lnTo>
                  <a:pt x="1869026" y="223563"/>
                </a:lnTo>
                <a:lnTo>
                  <a:pt x="1734078" y="240207"/>
                </a:lnTo>
                <a:lnTo>
                  <a:pt x="1699892" y="243806"/>
                </a:lnTo>
                <a:lnTo>
                  <a:pt x="1666155" y="246954"/>
                </a:lnTo>
                <a:lnTo>
                  <a:pt x="1631968" y="249203"/>
                </a:lnTo>
                <a:lnTo>
                  <a:pt x="1598231" y="250103"/>
                </a:lnTo>
                <a:lnTo>
                  <a:pt x="1564044" y="250553"/>
                </a:lnTo>
                <a:lnTo>
                  <a:pt x="1529858" y="250103"/>
                </a:lnTo>
                <a:lnTo>
                  <a:pt x="1495671" y="248754"/>
                </a:lnTo>
                <a:lnTo>
                  <a:pt x="1478577" y="247404"/>
                </a:lnTo>
                <a:lnTo>
                  <a:pt x="1461484" y="246055"/>
                </a:lnTo>
                <a:lnTo>
                  <a:pt x="1444840" y="243806"/>
                </a:lnTo>
                <a:lnTo>
                  <a:pt x="1427747" y="241556"/>
                </a:lnTo>
                <a:lnTo>
                  <a:pt x="1411104" y="238408"/>
                </a:lnTo>
                <a:lnTo>
                  <a:pt x="1394010" y="235259"/>
                </a:lnTo>
                <a:lnTo>
                  <a:pt x="1378266" y="230761"/>
                </a:lnTo>
                <a:lnTo>
                  <a:pt x="1361623" y="226262"/>
                </a:lnTo>
                <a:lnTo>
                  <a:pt x="1345429" y="221314"/>
                </a:lnTo>
                <a:lnTo>
                  <a:pt x="1329235" y="215916"/>
                </a:lnTo>
                <a:lnTo>
                  <a:pt x="1313491" y="210069"/>
                </a:lnTo>
                <a:lnTo>
                  <a:pt x="1297298" y="203771"/>
                </a:lnTo>
                <a:lnTo>
                  <a:pt x="1265810" y="190276"/>
                </a:lnTo>
                <a:lnTo>
                  <a:pt x="1234772" y="175882"/>
                </a:lnTo>
                <a:lnTo>
                  <a:pt x="1204634" y="160588"/>
                </a:lnTo>
                <a:lnTo>
                  <a:pt x="1174495" y="144394"/>
                </a:lnTo>
                <a:lnTo>
                  <a:pt x="1145257" y="127301"/>
                </a:lnTo>
                <a:lnTo>
                  <a:pt x="1086329" y="93114"/>
                </a:lnTo>
                <a:lnTo>
                  <a:pt x="1056641" y="76470"/>
                </a:lnTo>
                <a:lnTo>
                  <a:pt x="1026502" y="60726"/>
                </a:lnTo>
                <a:lnTo>
                  <a:pt x="995465" y="45432"/>
                </a:lnTo>
                <a:lnTo>
                  <a:pt x="980170" y="38685"/>
                </a:lnTo>
                <a:lnTo>
                  <a:pt x="964427" y="32387"/>
                </a:lnTo>
                <a:lnTo>
                  <a:pt x="948683" y="25640"/>
                </a:lnTo>
                <a:lnTo>
                  <a:pt x="932489" y="19792"/>
                </a:lnTo>
                <a:lnTo>
                  <a:pt x="916295" y="14394"/>
                </a:lnTo>
                <a:lnTo>
                  <a:pt x="900101" y="10346"/>
                </a:lnTo>
                <a:lnTo>
                  <a:pt x="883458" y="6747"/>
                </a:lnTo>
                <a:lnTo>
                  <a:pt x="866365" y="4048"/>
                </a:lnTo>
                <a:lnTo>
                  <a:pt x="849721" y="1799"/>
                </a:lnTo>
                <a:lnTo>
                  <a:pt x="832628" y="0"/>
                </a:lnTo>
                <a:lnTo>
                  <a:pt x="815534" y="0"/>
                </a:lnTo>
                <a:lnTo>
                  <a:pt x="798441" y="0"/>
                </a:lnTo>
                <a:lnTo>
                  <a:pt x="781347" y="1349"/>
                </a:lnTo>
                <a:lnTo>
                  <a:pt x="764704" y="3149"/>
                </a:lnTo>
                <a:lnTo>
                  <a:pt x="747610" y="5398"/>
                </a:lnTo>
                <a:lnTo>
                  <a:pt x="730967" y="8547"/>
                </a:lnTo>
                <a:lnTo>
                  <a:pt x="714323" y="13045"/>
                </a:lnTo>
                <a:lnTo>
                  <a:pt x="698130" y="17993"/>
                </a:lnTo>
                <a:lnTo>
                  <a:pt x="681486" y="22491"/>
                </a:lnTo>
                <a:lnTo>
                  <a:pt x="665292" y="28339"/>
                </a:lnTo>
                <a:lnTo>
                  <a:pt x="649998" y="35086"/>
                </a:lnTo>
                <a:lnTo>
                  <a:pt x="634254" y="41834"/>
                </a:lnTo>
                <a:lnTo>
                  <a:pt x="618960" y="49481"/>
                </a:lnTo>
                <a:lnTo>
                  <a:pt x="603666" y="57128"/>
                </a:lnTo>
                <a:lnTo>
                  <a:pt x="589272" y="65675"/>
                </a:lnTo>
                <a:lnTo>
                  <a:pt x="574877" y="74221"/>
                </a:lnTo>
                <a:lnTo>
                  <a:pt x="546089" y="93114"/>
                </a:lnTo>
                <a:lnTo>
                  <a:pt x="517750" y="112906"/>
                </a:lnTo>
                <a:lnTo>
                  <a:pt x="504705" y="123252"/>
                </a:lnTo>
                <a:lnTo>
                  <a:pt x="490760" y="133148"/>
                </a:lnTo>
                <a:lnTo>
                  <a:pt x="477715" y="143944"/>
                </a:lnTo>
                <a:lnTo>
                  <a:pt x="464220" y="155190"/>
                </a:lnTo>
                <a:lnTo>
                  <a:pt x="452075" y="166436"/>
                </a:lnTo>
                <a:lnTo>
                  <a:pt x="439480" y="178131"/>
                </a:lnTo>
                <a:lnTo>
                  <a:pt x="414739" y="201522"/>
                </a:lnTo>
                <a:lnTo>
                  <a:pt x="391348" y="226262"/>
                </a:lnTo>
                <a:lnTo>
                  <a:pt x="368857" y="251902"/>
                </a:lnTo>
                <a:lnTo>
                  <a:pt x="346366" y="277543"/>
                </a:lnTo>
                <a:lnTo>
                  <a:pt x="325674" y="304082"/>
                </a:lnTo>
                <a:lnTo>
                  <a:pt x="304082" y="331522"/>
                </a:lnTo>
                <a:lnTo>
                  <a:pt x="283840" y="358511"/>
                </a:lnTo>
                <a:lnTo>
                  <a:pt x="263598" y="385951"/>
                </a:lnTo>
                <a:lnTo>
                  <a:pt x="244255" y="413840"/>
                </a:lnTo>
                <a:lnTo>
                  <a:pt x="224913" y="442179"/>
                </a:lnTo>
                <a:lnTo>
                  <a:pt x="206920" y="470968"/>
                </a:lnTo>
                <a:lnTo>
                  <a:pt x="188027" y="499756"/>
                </a:lnTo>
                <a:lnTo>
                  <a:pt x="170034" y="528545"/>
                </a:lnTo>
                <a:lnTo>
                  <a:pt x="152491" y="557334"/>
                </a:lnTo>
                <a:lnTo>
                  <a:pt x="135847" y="587023"/>
                </a:lnTo>
                <a:lnTo>
                  <a:pt x="119204" y="617161"/>
                </a:lnTo>
                <a:lnTo>
                  <a:pt x="104360" y="647749"/>
                </a:lnTo>
                <a:lnTo>
                  <a:pt x="89965" y="678787"/>
                </a:lnTo>
                <a:lnTo>
                  <a:pt x="76021" y="709825"/>
                </a:lnTo>
                <a:lnTo>
                  <a:pt x="63875" y="741313"/>
                </a:lnTo>
                <a:lnTo>
                  <a:pt x="51730" y="773700"/>
                </a:lnTo>
                <a:lnTo>
                  <a:pt x="47232" y="789894"/>
                </a:lnTo>
                <a:lnTo>
                  <a:pt x="41834" y="806088"/>
                </a:lnTo>
                <a:lnTo>
                  <a:pt x="37336" y="822282"/>
                </a:lnTo>
                <a:lnTo>
                  <a:pt x="33287" y="838925"/>
                </a:lnTo>
                <a:lnTo>
                  <a:pt x="25640" y="872212"/>
                </a:lnTo>
                <a:lnTo>
                  <a:pt x="18443" y="905499"/>
                </a:lnTo>
                <a:lnTo>
                  <a:pt x="15744" y="922593"/>
                </a:lnTo>
                <a:lnTo>
                  <a:pt x="13045" y="938786"/>
                </a:lnTo>
                <a:lnTo>
                  <a:pt x="8097" y="972523"/>
                </a:lnTo>
                <a:lnTo>
                  <a:pt x="4948" y="1006710"/>
                </a:lnTo>
                <a:lnTo>
                  <a:pt x="2249" y="1040897"/>
                </a:lnTo>
                <a:lnTo>
                  <a:pt x="450" y="1074634"/>
                </a:lnTo>
                <a:lnTo>
                  <a:pt x="0" y="1108821"/>
                </a:lnTo>
                <a:lnTo>
                  <a:pt x="0" y="1143007"/>
                </a:lnTo>
                <a:lnTo>
                  <a:pt x="1799" y="1177194"/>
                </a:lnTo>
                <a:lnTo>
                  <a:pt x="4048" y="1210931"/>
                </a:lnTo>
                <a:lnTo>
                  <a:pt x="7647" y="1245118"/>
                </a:lnTo>
                <a:lnTo>
                  <a:pt x="11695" y="1278855"/>
                </a:lnTo>
                <a:lnTo>
                  <a:pt x="17543" y="1312592"/>
                </a:lnTo>
                <a:lnTo>
                  <a:pt x="24291" y="1345429"/>
                </a:lnTo>
                <a:lnTo>
                  <a:pt x="31488" y="1379166"/>
                </a:lnTo>
                <a:lnTo>
                  <a:pt x="40034" y="1412453"/>
                </a:lnTo>
                <a:lnTo>
                  <a:pt x="49481" y="1444840"/>
                </a:lnTo>
                <a:lnTo>
                  <a:pt x="59377" y="1477678"/>
                </a:lnTo>
                <a:lnTo>
                  <a:pt x="69723" y="1510065"/>
                </a:lnTo>
                <a:lnTo>
                  <a:pt x="81418" y="1542003"/>
                </a:lnTo>
                <a:lnTo>
                  <a:pt x="93564" y="1573491"/>
                </a:lnTo>
                <a:lnTo>
                  <a:pt x="106609" y="1605428"/>
                </a:lnTo>
                <a:lnTo>
                  <a:pt x="113806" y="1620722"/>
                </a:lnTo>
                <a:lnTo>
                  <a:pt x="121003" y="1635567"/>
                </a:lnTo>
                <a:lnTo>
                  <a:pt x="129100" y="1651311"/>
                </a:lnTo>
                <a:lnTo>
                  <a:pt x="136747" y="1666155"/>
                </a:lnTo>
                <a:lnTo>
                  <a:pt x="153840" y="1695843"/>
                </a:lnTo>
                <a:lnTo>
                  <a:pt x="161937" y="1711137"/>
                </a:lnTo>
                <a:lnTo>
                  <a:pt x="169584" y="1725982"/>
                </a:lnTo>
                <a:lnTo>
                  <a:pt x="183529" y="1757020"/>
                </a:lnTo>
                <a:lnTo>
                  <a:pt x="197474" y="1788507"/>
                </a:lnTo>
                <a:lnTo>
                  <a:pt x="204671" y="1803352"/>
                </a:lnTo>
                <a:lnTo>
                  <a:pt x="212318" y="1819096"/>
                </a:lnTo>
                <a:lnTo>
                  <a:pt x="220415" y="1833940"/>
                </a:lnTo>
                <a:lnTo>
                  <a:pt x="229411" y="1848334"/>
                </a:lnTo>
                <a:lnTo>
                  <a:pt x="237958" y="1862729"/>
                </a:lnTo>
                <a:lnTo>
                  <a:pt x="247404" y="1877123"/>
                </a:lnTo>
                <a:lnTo>
                  <a:pt x="257300" y="1891068"/>
                </a:lnTo>
                <a:lnTo>
                  <a:pt x="267197" y="1905012"/>
                </a:lnTo>
                <a:lnTo>
                  <a:pt x="277543" y="1918957"/>
                </a:lnTo>
                <a:lnTo>
                  <a:pt x="287889" y="1932002"/>
                </a:lnTo>
                <a:lnTo>
                  <a:pt x="298684" y="1945047"/>
                </a:lnTo>
                <a:lnTo>
                  <a:pt x="309930" y="1957642"/>
                </a:lnTo>
                <a:lnTo>
                  <a:pt x="321625" y="1970687"/>
                </a:lnTo>
                <a:lnTo>
                  <a:pt x="333321" y="1982382"/>
                </a:lnTo>
                <a:lnTo>
                  <a:pt x="345916" y="1994078"/>
                </a:lnTo>
                <a:lnTo>
                  <a:pt x="358511" y="2005773"/>
                </a:lnTo>
                <a:lnTo>
                  <a:pt x="371556" y="2016569"/>
                </a:lnTo>
                <a:lnTo>
                  <a:pt x="384601" y="2027815"/>
                </a:lnTo>
                <a:lnTo>
                  <a:pt x="411591" y="2048507"/>
                </a:lnTo>
                <a:lnTo>
                  <a:pt x="425085" y="2059303"/>
                </a:lnTo>
                <a:lnTo>
                  <a:pt x="438580" y="2069199"/>
                </a:lnTo>
                <a:lnTo>
                  <a:pt x="453424" y="2078645"/>
                </a:lnTo>
                <a:lnTo>
                  <a:pt x="467819" y="2087642"/>
                </a:lnTo>
                <a:lnTo>
                  <a:pt x="497058" y="2104735"/>
                </a:lnTo>
                <a:lnTo>
                  <a:pt x="526296" y="2122278"/>
                </a:lnTo>
                <a:lnTo>
                  <a:pt x="541140" y="2130375"/>
                </a:lnTo>
                <a:lnTo>
                  <a:pt x="555985" y="2138472"/>
                </a:lnTo>
                <a:lnTo>
                  <a:pt x="571279" y="2146569"/>
                </a:lnTo>
                <a:lnTo>
                  <a:pt x="586123" y="2153766"/>
                </a:lnTo>
                <a:lnTo>
                  <a:pt x="617161" y="2168160"/>
                </a:lnTo>
                <a:lnTo>
                  <a:pt x="648649" y="2181205"/>
                </a:lnTo>
                <a:lnTo>
                  <a:pt x="681036" y="2193800"/>
                </a:lnTo>
                <a:lnTo>
                  <a:pt x="696780" y="2200098"/>
                </a:lnTo>
                <a:lnTo>
                  <a:pt x="712974" y="2205046"/>
                </a:lnTo>
                <a:lnTo>
                  <a:pt x="728718" y="2210444"/>
                </a:lnTo>
                <a:lnTo>
                  <a:pt x="744912" y="2215392"/>
                </a:lnTo>
                <a:lnTo>
                  <a:pt x="778199" y="2224389"/>
                </a:lnTo>
                <a:lnTo>
                  <a:pt x="811036" y="2233385"/>
                </a:lnTo>
                <a:lnTo>
                  <a:pt x="827230" y="2238333"/>
                </a:lnTo>
                <a:lnTo>
                  <a:pt x="843423" y="2243731"/>
                </a:lnTo>
                <a:lnTo>
                  <a:pt x="875811" y="2254527"/>
                </a:lnTo>
                <a:lnTo>
                  <a:pt x="907748" y="2266222"/>
                </a:lnTo>
                <a:lnTo>
                  <a:pt x="923942" y="2271170"/>
                </a:lnTo>
                <a:lnTo>
                  <a:pt x="940586" y="2276119"/>
                </a:lnTo>
                <a:lnTo>
                  <a:pt x="972973" y="2285565"/>
                </a:lnTo>
                <a:lnTo>
                  <a:pt x="1006260" y="2294561"/>
                </a:lnTo>
                <a:lnTo>
                  <a:pt x="1038648" y="2304008"/>
                </a:lnTo>
                <a:lnTo>
                  <a:pt x="1071485" y="2314354"/>
                </a:lnTo>
                <a:lnTo>
                  <a:pt x="1136710" y="2334596"/>
                </a:lnTo>
                <a:lnTo>
                  <a:pt x="1169097" y="2344492"/>
                </a:lnTo>
                <a:lnTo>
                  <a:pt x="1201035" y="2356637"/>
                </a:lnTo>
                <a:lnTo>
                  <a:pt x="1232973" y="2368333"/>
                </a:lnTo>
                <a:lnTo>
                  <a:pt x="1264460" y="2380928"/>
                </a:lnTo>
                <a:lnTo>
                  <a:pt x="1326986" y="2408367"/>
                </a:lnTo>
                <a:lnTo>
                  <a:pt x="1358474" y="2421412"/>
                </a:lnTo>
                <a:lnTo>
                  <a:pt x="1390412" y="2434007"/>
                </a:lnTo>
                <a:lnTo>
                  <a:pt x="1406605" y="2439855"/>
                </a:lnTo>
                <a:lnTo>
                  <a:pt x="1422349" y="2445253"/>
                </a:lnTo>
                <a:lnTo>
                  <a:pt x="1438543" y="2449751"/>
                </a:lnTo>
                <a:lnTo>
                  <a:pt x="1455186" y="2453800"/>
                </a:lnTo>
                <a:lnTo>
                  <a:pt x="1488024" y="2461897"/>
                </a:lnTo>
                <a:lnTo>
                  <a:pt x="1521761" y="2468194"/>
                </a:lnTo>
                <a:lnTo>
                  <a:pt x="1538854" y="2471343"/>
                </a:lnTo>
                <a:lnTo>
                  <a:pt x="1555498" y="2474042"/>
                </a:lnTo>
                <a:lnTo>
                  <a:pt x="1572591" y="2476291"/>
                </a:lnTo>
                <a:lnTo>
                  <a:pt x="1589235" y="2477641"/>
                </a:lnTo>
                <a:lnTo>
                  <a:pt x="1606328" y="2479440"/>
                </a:lnTo>
                <a:lnTo>
                  <a:pt x="1623421" y="2480339"/>
                </a:lnTo>
                <a:lnTo>
                  <a:pt x="1640515" y="2480339"/>
                </a:lnTo>
                <a:lnTo>
                  <a:pt x="1657608" y="2480339"/>
                </a:lnTo>
                <a:lnTo>
                  <a:pt x="1725532" y="2479440"/>
                </a:lnTo>
                <a:lnTo>
                  <a:pt x="1742625" y="2478990"/>
                </a:lnTo>
                <a:lnTo>
                  <a:pt x="1759719" y="2477641"/>
                </a:lnTo>
                <a:lnTo>
                  <a:pt x="1776812" y="2476291"/>
                </a:lnTo>
                <a:lnTo>
                  <a:pt x="1793455" y="2473142"/>
                </a:lnTo>
                <a:lnTo>
                  <a:pt x="1809649" y="2469544"/>
                </a:lnTo>
                <a:lnTo>
                  <a:pt x="1826293" y="2465495"/>
                </a:lnTo>
                <a:lnTo>
                  <a:pt x="1842936" y="2460997"/>
                </a:lnTo>
                <a:lnTo>
                  <a:pt x="1859130" y="2455149"/>
                </a:lnTo>
                <a:lnTo>
                  <a:pt x="1874874" y="2449751"/>
                </a:lnTo>
                <a:lnTo>
                  <a:pt x="1890618" y="2443004"/>
                </a:lnTo>
                <a:lnTo>
                  <a:pt x="1905912" y="2436257"/>
                </a:lnTo>
                <a:lnTo>
                  <a:pt x="1921656" y="2428610"/>
                </a:lnTo>
                <a:lnTo>
                  <a:pt x="1936500" y="2420513"/>
                </a:lnTo>
                <a:lnTo>
                  <a:pt x="1951344" y="2411966"/>
                </a:lnTo>
                <a:lnTo>
                  <a:pt x="1965739" y="2403419"/>
                </a:lnTo>
                <a:lnTo>
                  <a:pt x="1973386" y="2398021"/>
                </a:lnTo>
                <a:lnTo>
                  <a:pt x="1979683" y="2392623"/>
                </a:lnTo>
                <a:lnTo>
                  <a:pt x="1985981" y="2387226"/>
                </a:lnTo>
                <a:close/>
              </a:path>
            </a:pathLst>
          </a:custGeom>
          <a:solidFill>
            <a:srgbClr val="6FAE4E">
              <a:alpha val="5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4882" y="2748141"/>
            <a:ext cx="2403419" cy="1777262"/>
          </a:xfrm>
          <a:custGeom>
            <a:avLst/>
            <a:gdLst/>
            <a:ahLst/>
            <a:cxnLst/>
            <a:rect l="l" t="t" r="r" b="b"/>
            <a:pathLst>
              <a:path w="2403419" h="1777262">
                <a:moveTo>
                  <a:pt x="51730" y="1343180"/>
                </a:moveTo>
                <a:lnTo>
                  <a:pt x="63425" y="1367470"/>
                </a:lnTo>
                <a:lnTo>
                  <a:pt x="70173" y="1378716"/>
                </a:lnTo>
                <a:lnTo>
                  <a:pt x="76920" y="1389512"/>
                </a:lnTo>
                <a:lnTo>
                  <a:pt x="84567" y="1400758"/>
                </a:lnTo>
                <a:lnTo>
                  <a:pt x="92214" y="1411553"/>
                </a:lnTo>
                <a:lnTo>
                  <a:pt x="100761" y="1421899"/>
                </a:lnTo>
                <a:lnTo>
                  <a:pt x="109308" y="1431796"/>
                </a:lnTo>
                <a:lnTo>
                  <a:pt x="127301" y="1451588"/>
                </a:lnTo>
                <a:lnTo>
                  <a:pt x="145294" y="1470930"/>
                </a:lnTo>
                <a:lnTo>
                  <a:pt x="162837" y="1490723"/>
                </a:lnTo>
                <a:lnTo>
                  <a:pt x="181280" y="1510065"/>
                </a:lnTo>
                <a:lnTo>
                  <a:pt x="190726" y="1519062"/>
                </a:lnTo>
                <a:lnTo>
                  <a:pt x="200172" y="1528058"/>
                </a:lnTo>
                <a:lnTo>
                  <a:pt x="210518" y="1536605"/>
                </a:lnTo>
                <a:lnTo>
                  <a:pt x="220864" y="1545152"/>
                </a:lnTo>
                <a:lnTo>
                  <a:pt x="230761" y="1553698"/>
                </a:lnTo>
                <a:lnTo>
                  <a:pt x="241556" y="1561345"/>
                </a:lnTo>
                <a:lnTo>
                  <a:pt x="252802" y="1568543"/>
                </a:lnTo>
                <a:lnTo>
                  <a:pt x="264048" y="1576190"/>
                </a:lnTo>
                <a:lnTo>
                  <a:pt x="275293" y="1582937"/>
                </a:lnTo>
                <a:lnTo>
                  <a:pt x="286539" y="1589684"/>
                </a:lnTo>
                <a:lnTo>
                  <a:pt x="298235" y="1595982"/>
                </a:lnTo>
                <a:lnTo>
                  <a:pt x="310380" y="1601830"/>
                </a:lnTo>
                <a:lnTo>
                  <a:pt x="334670" y="1612176"/>
                </a:lnTo>
                <a:lnTo>
                  <a:pt x="358961" y="1622522"/>
                </a:lnTo>
                <a:lnTo>
                  <a:pt x="407992" y="1641864"/>
                </a:lnTo>
                <a:lnTo>
                  <a:pt x="432732" y="1650861"/>
                </a:lnTo>
                <a:lnTo>
                  <a:pt x="445777" y="1655359"/>
                </a:lnTo>
                <a:lnTo>
                  <a:pt x="458372" y="1658508"/>
                </a:lnTo>
                <a:lnTo>
                  <a:pt x="471417" y="1661657"/>
                </a:lnTo>
                <a:lnTo>
                  <a:pt x="484013" y="1664805"/>
                </a:lnTo>
                <a:lnTo>
                  <a:pt x="509653" y="1669753"/>
                </a:lnTo>
                <a:lnTo>
                  <a:pt x="535743" y="1675151"/>
                </a:lnTo>
                <a:lnTo>
                  <a:pt x="549237" y="1677850"/>
                </a:lnTo>
                <a:lnTo>
                  <a:pt x="562282" y="1680999"/>
                </a:lnTo>
                <a:lnTo>
                  <a:pt x="587023" y="1688196"/>
                </a:lnTo>
                <a:lnTo>
                  <a:pt x="612213" y="1696293"/>
                </a:lnTo>
                <a:lnTo>
                  <a:pt x="637403" y="1704390"/>
                </a:lnTo>
                <a:lnTo>
                  <a:pt x="663043" y="1711587"/>
                </a:lnTo>
                <a:lnTo>
                  <a:pt x="688683" y="1717885"/>
                </a:lnTo>
                <a:lnTo>
                  <a:pt x="714773" y="1723732"/>
                </a:lnTo>
                <a:lnTo>
                  <a:pt x="766503" y="1734978"/>
                </a:lnTo>
                <a:lnTo>
                  <a:pt x="818683" y="1745774"/>
                </a:lnTo>
                <a:lnTo>
                  <a:pt x="844773" y="1750272"/>
                </a:lnTo>
                <a:lnTo>
                  <a:pt x="870863" y="1754321"/>
                </a:lnTo>
                <a:lnTo>
                  <a:pt x="896953" y="1757469"/>
                </a:lnTo>
                <a:lnTo>
                  <a:pt x="923492" y="1760618"/>
                </a:lnTo>
                <a:lnTo>
                  <a:pt x="976122" y="1766016"/>
                </a:lnTo>
                <a:lnTo>
                  <a:pt x="1028752" y="1770514"/>
                </a:lnTo>
                <a:lnTo>
                  <a:pt x="1081381" y="1775462"/>
                </a:lnTo>
                <a:lnTo>
                  <a:pt x="1107921" y="1777262"/>
                </a:lnTo>
                <a:lnTo>
                  <a:pt x="1121416" y="1777262"/>
                </a:lnTo>
                <a:lnTo>
                  <a:pt x="1134461" y="1777262"/>
                </a:lnTo>
                <a:lnTo>
                  <a:pt x="1147506" y="1777262"/>
                </a:lnTo>
                <a:lnTo>
                  <a:pt x="1161000" y="1776362"/>
                </a:lnTo>
                <a:lnTo>
                  <a:pt x="1174495" y="1775462"/>
                </a:lnTo>
                <a:lnTo>
                  <a:pt x="1187540" y="1773663"/>
                </a:lnTo>
                <a:lnTo>
                  <a:pt x="1200585" y="1772314"/>
                </a:lnTo>
                <a:lnTo>
                  <a:pt x="1213180" y="1770065"/>
                </a:lnTo>
                <a:lnTo>
                  <a:pt x="1239720" y="1764667"/>
                </a:lnTo>
                <a:lnTo>
                  <a:pt x="1291450" y="1752971"/>
                </a:lnTo>
                <a:lnTo>
                  <a:pt x="1317090" y="1746674"/>
                </a:lnTo>
                <a:lnTo>
                  <a:pt x="1342730" y="1740376"/>
                </a:lnTo>
                <a:lnTo>
                  <a:pt x="1355325" y="1736328"/>
                </a:lnTo>
                <a:lnTo>
                  <a:pt x="1367920" y="1732729"/>
                </a:lnTo>
                <a:lnTo>
                  <a:pt x="1380515" y="1728681"/>
                </a:lnTo>
                <a:lnTo>
                  <a:pt x="1393111" y="1723732"/>
                </a:lnTo>
                <a:lnTo>
                  <a:pt x="1404806" y="1717885"/>
                </a:lnTo>
                <a:lnTo>
                  <a:pt x="1416951" y="1712487"/>
                </a:lnTo>
                <a:lnTo>
                  <a:pt x="1428197" y="1706189"/>
                </a:lnTo>
                <a:lnTo>
                  <a:pt x="1439892" y="1698542"/>
                </a:lnTo>
                <a:lnTo>
                  <a:pt x="1450688" y="1691795"/>
                </a:lnTo>
                <a:lnTo>
                  <a:pt x="1461934" y="1684148"/>
                </a:lnTo>
                <a:lnTo>
                  <a:pt x="1472730" y="1676051"/>
                </a:lnTo>
                <a:lnTo>
                  <a:pt x="1482626" y="1667954"/>
                </a:lnTo>
                <a:lnTo>
                  <a:pt x="1503318" y="1651311"/>
                </a:lnTo>
                <a:lnTo>
                  <a:pt x="1522660" y="1633318"/>
                </a:lnTo>
                <a:lnTo>
                  <a:pt x="1541553" y="1614875"/>
                </a:lnTo>
                <a:lnTo>
                  <a:pt x="1559546" y="1595532"/>
                </a:lnTo>
                <a:lnTo>
                  <a:pt x="1577089" y="1575290"/>
                </a:lnTo>
                <a:lnTo>
                  <a:pt x="1593733" y="1555498"/>
                </a:lnTo>
                <a:lnTo>
                  <a:pt x="1627020" y="1513664"/>
                </a:lnTo>
                <a:lnTo>
                  <a:pt x="1658958" y="1471380"/>
                </a:lnTo>
                <a:lnTo>
                  <a:pt x="1675601" y="1451138"/>
                </a:lnTo>
                <a:lnTo>
                  <a:pt x="1692695" y="1430446"/>
                </a:lnTo>
                <a:lnTo>
                  <a:pt x="1709788" y="1410204"/>
                </a:lnTo>
                <a:lnTo>
                  <a:pt x="1727781" y="1390861"/>
                </a:lnTo>
                <a:lnTo>
                  <a:pt x="1745774" y="1371519"/>
                </a:lnTo>
                <a:lnTo>
                  <a:pt x="1764217" y="1352176"/>
                </a:lnTo>
                <a:lnTo>
                  <a:pt x="1802002" y="1315291"/>
                </a:lnTo>
                <a:lnTo>
                  <a:pt x="1840237" y="1278405"/>
                </a:lnTo>
                <a:lnTo>
                  <a:pt x="1879822" y="1242419"/>
                </a:lnTo>
                <a:lnTo>
                  <a:pt x="1898715" y="1224426"/>
                </a:lnTo>
                <a:lnTo>
                  <a:pt x="1918507" y="1207332"/>
                </a:lnTo>
                <a:lnTo>
                  <a:pt x="1939199" y="1190239"/>
                </a:lnTo>
                <a:lnTo>
                  <a:pt x="1959891" y="1173146"/>
                </a:lnTo>
                <a:lnTo>
                  <a:pt x="1980133" y="1156952"/>
                </a:lnTo>
                <a:lnTo>
                  <a:pt x="2001275" y="1140758"/>
                </a:lnTo>
                <a:lnTo>
                  <a:pt x="2022417" y="1124565"/>
                </a:lnTo>
                <a:lnTo>
                  <a:pt x="2043559" y="1108821"/>
                </a:lnTo>
                <a:lnTo>
                  <a:pt x="2065150" y="1093077"/>
                </a:lnTo>
                <a:lnTo>
                  <a:pt x="2087192" y="1078232"/>
                </a:lnTo>
                <a:lnTo>
                  <a:pt x="2130825" y="1049444"/>
                </a:lnTo>
                <a:lnTo>
                  <a:pt x="2175358" y="1019755"/>
                </a:lnTo>
                <a:lnTo>
                  <a:pt x="2219441" y="990516"/>
                </a:lnTo>
                <a:lnTo>
                  <a:pt x="2241482" y="975672"/>
                </a:lnTo>
                <a:lnTo>
                  <a:pt x="2262624" y="959478"/>
                </a:lnTo>
                <a:lnTo>
                  <a:pt x="2282866" y="943735"/>
                </a:lnTo>
                <a:lnTo>
                  <a:pt x="2293212" y="934288"/>
                </a:lnTo>
                <a:lnTo>
                  <a:pt x="2302658" y="925292"/>
                </a:lnTo>
                <a:lnTo>
                  <a:pt x="2312105" y="916295"/>
                </a:lnTo>
                <a:lnTo>
                  <a:pt x="2320651" y="905949"/>
                </a:lnTo>
                <a:lnTo>
                  <a:pt x="2329198" y="896053"/>
                </a:lnTo>
                <a:lnTo>
                  <a:pt x="2337745" y="885257"/>
                </a:lnTo>
                <a:lnTo>
                  <a:pt x="2344942" y="874461"/>
                </a:lnTo>
                <a:lnTo>
                  <a:pt x="2352589" y="863216"/>
                </a:lnTo>
                <a:lnTo>
                  <a:pt x="2359336" y="852420"/>
                </a:lnTo>
                <a:lnTo>
                  <a:pt x="2366534" y="840275"/>
                </a:lnTo>
                <a:lnTo>
                  <a:pt x="2372831" y="829029"/>
                </a:lnTo>
                <a:lnTo>
                  <a:pt x="2378229" y="817333"/>
                </a:lnTo>
                <a:lnTo>
                  <a:pt x="2383627" y="805188"/>
                </a:lnTo>
                <a:lnTo>
                  <a:pt x="2387675" y="792143"/>
                </a:lnTo>
                <a:lnTo>
                  <a:pt x="2392174" y="779998"/>
                </a:lnTo>
                <a:lnTo>
                  <a:pt x="2395322" y="767403"/>
                </a:lnTo>
                <a:lnTo>
                  <a:pt x="2397572" y="753908"/>
                </a:lnTo>
                <a:lnTo>
                  <a:pt x="2400271" y="740863"/>
                </a:lnTo>
                <a:lnTo>
                  <a:pt x="2401170" y="727818"/>
                </a:lnTo>
                <a:lnTo>
                  <a:pt x="2402070" y="714773"/>
                </a:lnTo>
                <a:lnTo>
                  <a:pt x="2403419" y="701728"/>
                </a:lnTo>
                <a:lnTo>
                  <a:pt x="2403419" y="688233"/>
                </a:lnTo>
                <a:lnTo>
                  <a:pt x="2403419" y="674739"/>
                </a:lnTo>
                <a:lnTo>
                  <a:pt x="2402070" y="662144"/>
                </a:lnTo>
                <a:lnTo>
                  <a:pt x="2401620" y="648649"/>
                </a:lnTo>
                <a:lnTo>
                  <a:pt x="2400271" y="635154"/>
                </a:lnTo>
                <a:lnTo>
                  <a:pt x="2398471" y="622559"/>
                </a:lnTo>
                <a:lnTo>
                  <a:pt x="2395772" y="609064"/>
                </a:lnTo>
                <a:lnTo>
                  <a:pt x="2390374" y="583424"/>
                </a:lnTo>
                <a:lnTo>
                  <a:pt x="2384077" y="557784"/>
                </a:lnTo>
                <a:lnTo>
                  <a:pt x="2376430" y="532144"/>
                </a:lnTo>
                <a:lnTo>
                  <a:pt x="2372381" y="519999"/>
                </a:lnTo>
                <a:lnTo>
                  <a:pt x="2367883" y="506954"/>
                </a:lnTo>
                <a:lnTo>
                  <a:pt x="2362485" y="495258"/>
                </a:lnTo>
                <a:lnTo>
                  <a:pt x="2357537" y="483113"/>
                </a:lnTo>
                <a:lnTo>
                  <a:pt x="2345392" y="458822"/>
                </a:lnTo>
                <a:lnTo>
                  <a:pt x="2333246" y="435881"/>
                </a:lnTo>
                <a:lnTo>
                  <a:pt x="2320651" y="412490"/>
                </a:lnTo>
                <a:lnTo>
                  <a:pt x="2307606" y="389549"/>
                </a:lnTo>
                <a:lnTo>
                  <a:pt x="2293212" y="367058"/>
                </a:lnTo>
                <a:lnTo>
                  <a:pt x="2278368" y="345016"/>
                </a:lnTo>
                <a:lnTo>
                  <a:pt x="2262624" y="323875"/>
                </a:lnTo>
                <a:lnTo>
                  <a:pt x="2254077" y="313529"/>
                </a:lnTo>
                <a:lnTo>
                  <a:pt x="2246430" y="303632"/>
                </a:lnTo>
                <a:lnTo>
                  <a:pt x="2227987" y="283840"/>
                </a:lnTo>
                <a:lnTo>
                  <a:pt x="2209544" y="264947"/>
                </a:lnTo>
                <a:lnTo>
                  <a:pt x="2190202" y="246505"/>
                </a:lnTo>
                <a:lnTo>
                  <a:pt x="2169960" y="229861"/>
                </a:lnTo>
                <a:lnTo>
                  <a:pt x="2148818" y="213217"/>
                </a:lnTo>
                <a:lnTo>
                  <a:pt x="2127676" y="197474"/>
                </a:lnTo>
                <a:lnTo>
                  <a:pt x="2105185" y="183079"/>
                </a:lnTo>
                <a:lnTo>
                  <a:pt x="2082244" y="170034"/>
                </a:lnTo>
                <a:lnTo>
                  <a:pt x="2059303" y="157439"/>
                </a:lnTo>
                <a:lnTo>
                  <a:pt x="2035912" y="145294"/>
                </a:lnTo>
                <a:lnTo>
                  <a:pt x="2011621" y="134048"/>
                </a:lnTo>
                <a:lnTo>
                  <a:pt x="1986881" y="124152"/>
                </a:lnTo>
                <a:lnTo>
                  <a:pt x="1962590" y="114706"/>
                </a:lnTo>
                <a:lnTo>
                  <a:pt x="1937400" y="106159"/>
                </a:lnTo>
                <a:lnTo>
                  <a:pt x="1911760" y="98962"/>
                </a:lnTo>
                <a:lnTo>
                  <a:pt x="1886120" y="91764"/>
                </a:lnTo>
                <a:lnTo>
                  <a:pt x="1860480" y="85467"/>
                </a:lnTo>
                <a:lnTo>
                  <a:pt x="1834839" y="81418"/>
                </a:lnTo>
                <a:lnTo>
                  <a:pt x="1808300" y="77370"/>
                </a:lnTo>
                <a:lnTo>
                  <a:pt x="1781760" y="74671"/>
                </a:lnTo>
                <a:lnTo>
                  <a:pt x="1755220" y="72872"/>
                </a:lnTo>
                <a:lnTo>
                  <a:pt x="1729130" y="71522"/>
                </a:lnTo>
                <a:lnTo>
                  <a:pt x="1702141" y="71522"/>
                </a:lnTo>
                <a:lnTo>
                  <a:pt x="1675601" y="72872"/>
                </a:lnTo>
                <a:lnTo>
                  <a:pt x="1649511" y="73771"/>
                </a:lnTo>
                <a:lnTo>
                  <a:pt x="1622522" y="75121"/>
                </a:lnTo>
                <a:lnTo>
                  <a:pt x="1596432" y="77820"/>
                </a:lnTo>
                <a:lnTo>
                  <a:pt x="1570342" y="80519"/>
                </a:lnTo>
                <a:lnTo>
                  <a:pt x="1518162" y="87266"/>
                </a:lnTo>
                <a:lnTo>
                  <a:pt x="1465083" y="93564"/>
                </a:lnTo>
                <a:lnTo>
                  <a:pt x="1412903" y="101661"/>
                </a:lnTo>
                <a:lnTo>
                  <a:pt x="1360273" y="109308"/>
                </a:lnTo>
                <a:lnTo>
                  <a:pt x="1334183" y="113806"/>
                </a:lnTo>
                <a:lnTo>
                  <a:pt x="1308093" y="117405"/>
                </a:lnTo>
                <a:lnTo>
                  <a:pt x="1282004" y="120553"/>
                </a:lnTo>
                <a:lnTo>
                  <a:pt x="1255464" y="124152"/>
                </a:lnTo>
                <a:lnTo>
                  <a:pt x="1229374" y="125951"/>
                </a:lnTo>
                <a:lnTo>
                  <a:pt x="1202834" y="128200"/>
                </a:lnTo>
                <a:lnTo>
                  <a:pt x="1175845" y="129100"/>
                </a:lnTo>
                <a:lnTo>
                  <a:pt x="1149755" y="129100"/>
                </a:lnTo>
                <a:lnTo>
                  <a:pt x="1123215" y="128650"/>
                </a:lnTo>
                <a:lnTo>
                  <a:pt x="1097125" y="127301"/>
                </a:lnTo>
                <a:lnTo>
                  <a:pt x="1083630" y="125951"/>
                </a:lnTo>
                <a:lnTo>
                  <a:pt x="1070136" y="124602"/>
                </a:lnTo>
                <a:lnTo>
                  <a:pt x="1057540" y="122802"/>
                </a:lnTo>
                <a:lnTo>
                  <a:pt x="1044046" y="120103"/>
                </a:lnTo>
                <a:lnTo>
                  <a:pt x="1031001" y="117405"/>
                </a:lnTo>
                <a:lnTo>
                  <a:pt x="1018406" y="114706"/>
                </a:lnTo>
                <a:lnTo>
                  <a:pt x="1005361" y="111107"/>
                </a:lnTo>
                <a:lnTo>
                  <a:pt x="992766" y="107958"/>
                </a:lnTo>
                <a:lnTo>
                  <a:pt x="967575" y="99861"/>
                </a:lnTo>
                <a:lnTo>
                  <a:pt x="942385" y="90865"/>
                </a:lnTo>
                <a:lnTo>
                  <a:pt x="918094" y="80519"/>
                </a:lnTo>
                <a:lnTo>
                  <a:pt x="893804" y="70173"/>
                </a:lnTo>
                <a:lnTo>
                  <a:pt x="845673" y="48131"/>
                </a:lnTo>
                <a:lnTo>
                  <a:pt x="821832" y="37336"/>
                </a:lnTo>
                <a:lnTo>
                  <a:pt x="797091" y="26540"/>
                </a:lnTo>
                <a:lnTo>
                  <a:pt x="772801" y="17093"/>
                </a:lnTo>
                <a:lnTo>
                  <a:pt x="759756" y="12595"/>
                </a:lnTo>
                <a:lnTo>
                  <a:pt x="747610" y="8997"/>
                </a:lnTo>
                <a:lnTo>
                  <a:pt x="734566" y="5848"/>
                </a:lnTo>
                <a:lnTo>
                  <a:pt x="721521" y="3149"/>
                </a:lnTo>
                <a:lnTo>
                  <a:pt x="708026" y="900"/>
                </a:lnTo>
                <a:lnTo>
                  <a:pt x="694981" y="450"/>
                </a:lnTo>
                <a:lnTo>
                  <a:pt x="681936" y="0"/>
                </a:lnTo>
                <a:lnTo>
                  <a:pt x="668891" y="450"/>
                </a:lnTo>
                <a:lnTo>
                  <a:pt x="655396" y="1799"/>
                </a:lnTo>
                <a:lnTo>
                  <a:pt x="642351" y="3599"/>
                </a:lnTo>
                <a:lnTo>
                  <a:pt x="629306" y="6298"/>
                </a:lnTo>
                <a:lnTo>
                  <a:pt x="616711" y="10346"/>
                </a:lnTo>
                <a:lnTo>
                  <a:pt x="604116" y="14844"/>
                </a:lnTo>
                <a:lnTo>
                  <a:pt x="597818" y="17543"/>
                </a:lnTo>
                <a:lnTo>
                  <a:pt x="592421" y="20692"/>
                </a:lnTo>
                <a:lnTo>
                  <a:pt x="586573" y="24740"/>
                </a:lnTo>
                <a:lnTo>
                  <a:pt x="581175" y="27889"/>
                </a:lnTo>
                <a:lnTo>
                  <a:pt x="575777" y="31938"/>
                </a:lnTo>
                <a:lnTo>
                  <a:pt x="571279" y="36436"/>
                </a:lnTo>
                <a:lnTo>
                  <a:pt x="566331" y="40934"/>
                </a:lnTo>
                <a:lnTo>
                  <a:pt x="562282" y="45882"/>
                </a:lnTo>
                <a:lnTo>
                  <a:pt x="557784" y="50830"/>
                </a:lnTo>
                <a:lnTo>
                  <a:pt x="553736" y="56678"/>
                </a:lnTo>
                <a:lnTo>
                  <a:pt x="549687" y="62076"/>
                </a:lnTo>
                <a:lnTo>
                  <a:pt x="546538" y="67924"/>
                </a:lnTo>
                <a:lnTo>
                  <a:pt x="541140" y="79619"/>
                </a:lnTo>
                <a:lnTo>
                  <a:pt x="536642" y="91764"/>
                </a:lnTo>
                <a:lnTo>
                  <a:pt x="532144" y="104809"/>
                </a:lnTo>
                <a:lnTo>
                  <a:pt x="529895" y="117405"/>
                </a:lnTo>
                <a:lnTo>
                  <a:pt x="528095" y="130449"/>
                </a:lnTo>
                <a:lnTo>
                  <a:pt x="527196" y="143494"/>
                </a:lnTo>
                <a:lnTo>
                  <a:pt x="527196" y="156989"/>
                </a:lnTo>
                <a:lnTo>
                  <a:pt x="528095" y="170484"/>
                </a:lnTo>
                <a:lnTo>
                  <a:pt x="529445" y="183079"/>
                </a:lnTo>
                <a:lnTo>
                  <a:pt x="531694" y="196574"/>
                </a:lnTo>
                <a:lnTo>
                  <a:pt x="533943" y="209619"/>
                </a:lnTo>
                <a:lnTo>
                  <a:pt x="537092" y="222214"/>
                </a:lnTo>
                <a:lnTo>
                  <a:pt x="540241" y="235259"/>
                </a:lnTo>
                <a:lnTo>
                  <a:pt x="544289" y="247854"/>
                </a:lnTo>
                <a:lnTo>
                  <a:pt x="548787" y="259999"/>
                </a:lnTo>
                <a:lnTo>
                  <a:pt x="566781" y="309930"/>
                </a:lnTo>
                <a:lnTo>
                  <a:pt x="575327" y="335570"/>
                </a:lnTo>
                <a:lnTo>
                  <a:pt x="582974" y="360760"/>
                </a:lnTo>
                <a:lnTo>
                  <a:pt x="586123" y="373355"/>
                </a:lnTo>
                <a:lnTo>
                  <a:pt x="589722" y="386400"/>
                </a:lnTo>
                <a:lnTo>
                  <a:pt x="592421" y="398995"/>
                </a:lnTo>
                <a:lnTo>
                  <a:pt x="594220" y="412490"/>
                </a:lnTo>
                <a:lnTo>
                  <a:pt x="595569" y="425085"/>
                </a:lnTo>
                <a:lnTo>
                  <a:pt x="595569" y="438580"/>
                </a:lnTo>
                <a:lnTo>
                  <a:pt x="595569" y="452075"/>
                </a:lnTo>
                <a:lnTo>
                  <a:pt x="594670" y="465570"/>
                </a:lnTo>
                <a:lnTo>
                  <a:pt x="592870" y="478165"/>
                </a:lnTo>
                <a:lnTo>
                  <a:pt x="589722" y="491210"/>
                </a:lnTo>
                <a:lnTo>
                  <a:pt x="586573" y="503805"/>
                </a:lnTo>
                <a:lnTo>
                  <a:pt x="582974" y="516850"/>
                </a:lnTo>
                <a:lnTo>
                  <a:pt x="578026" y="528995"/>
                </a:lnTo>
                <a:lnTo>
                  <a:pt x="573078" y="541140"/>
                </a:lnTo>
                <a:lnTo>
                  <a:pt x="562282" y="565881"/>
                </a:lnTo>
                <a:lnTo>
                  <a:pt x="551037" y="589272"/>
                </a:lnTo>
                <a:lnTo>
                  <a:pt x="544289" y="600967"/>
                </a:lnTo>
                <a:lnTo>
                  <a:pt x="537992" y="612663"/>
                </a:lnTo>
                <a:lnTo>
                  <a:pt x="530345" y="623908"/>
                </a:lnTo>
                <a:lnTo>
                  <a:pt x="522698" y="634254"/>
                </a:lnTo>
                <a:lnTo>
                  <a:pt x="514151" y="644151"/>
                </a:lnTo>
                <a:lnTo>
                  <a:pt x="504255" y="652697"/>
                </a:lnTo>
                <a:lnTo>
                  <a:pt x="494359" y="661244"/>
                </a:lnTo>
                <a:lnTo>
                  <a:pt x="483563" y="668891"/>
                </a:lnTo>
                <a:lnTo>
                  <a:pt x="461071" y="683285"/>
                </a:lnTo>
                <a:lnTo>
                  <a:pt x="438580" y="697230"/>
                </a:lnTo>
                <a:lnTo>
                  <a:pt x="415189" y="710725"/>
                </a:lnTo>
                <a:lnTo>
                  <a:pt x="392248" y="722870"/>
                </a:lnTo>
                <a:lnTo>
                  <a:pt x="368857" y="734566"/>
                </a:lnTo>
                <a:lnTo>
                  <a:pt x="320726" y="757956"/>
                </a:lnTo>
                <a:lnTo>
                  <a:pt x="296885" y="770102"/>
                </a:lnTo>
                <a:lnTo>
                  <a:pt x="285190" y="776399"/>
                </a:lnTo>
                <a:lnTo>
                  <a:pt x="273944" y="782697"/>
                </a:lnTo>
                <a:lnTo>
                  <a:pt x="230311" y="811936"/>
                </a:lnTo>
                <a:lnTo>
                  <a:pt x="207370" y="825430"/>
                </a:lnTo>
                <a:lnTo>
                  <a:pt x="184429" y="838925"/>
                </a:lnTo>
                <a:lnTo>
                  <a:pt x="172733" y="845223"/>
                </a:lnTo>
                <a:lnTo>
                  <a:pt x="161487" y="852870"/>
                </a:lnTo>
                <a:lnTo>
                  <a:pt x="150692" y="860967"/>
                </a:lnTo>
                <a:lnTo>
                  <a:pt x="140346" y="868614"/>
                </a:lnTo>
                <a:lnTo>
                  <a:pt x="130449" y="878060"/>
                </a:lnTo>
                <a:lnTo>
                  <a:pt x="121453" y="887506"/>
                </a:lnTo>
                <a:lnTo>
                  <a:pt x="112007" y="896953"/>
                </a:lnTo>
                <a:lnTo>
                  <a:pt x="103010" y="906849"/>
                </a:lnTo>
                <a:lnTo>
                  <a:pt x="86367" y="927091"/>
                </a:lnTo>
                <a:lnTo>
                  <a:pt x="70173" y="947783"/>
                </a:lnTo>
                <a:lnTo>
                  <a:pt x="53529" y="968475"/>
                </a:lnTo>
                <a:lnTo>
                  <a:pt x="45432" y="979271"/>
                </a:lnTo>
                <a:lnTo>
                  <a:pt x="37785" y="990067"/>
                </a:lnTo>
                <a:lnTo>
                  <a:pt x="31038" y="1001312"/>
                </a:lnTo>
                <a:lnTo>
                  <a:pt x="24740" y="1012558"/>
                </a:lnTo>
                <a:lnTo>
                  <a:pt x="18893" y="1024703"/>
                </a:lnTo>
                <a:lnTo>
                  <a:pt x="13945" y="1037298"/>
                </a:lnTo>
                <a:lnTo>
                  <a:pt x="9446" y="1049444"/>
                </a:lnTo>
                <a:lnTo>
                  <a:pt x="6298" y="1062039"/>
                </a:lnTo>
                <a:lnTo>
                  <a:pt x="4048" y="1075534"/>
                </a:lnTo>
                <a:lnTo>
                  <a:pt x="2249" y="1088578"/>
                </a:lnTo>
                <a:lnTo>
                  <a:pt x="1799" y="1101623"/>
                </a:lnTo>
                <a:lnTo>
                  <a:pt x="450" y="1115118"/>
                </a:lnTo>
                <a:lnTo>
                  <a:pt x="0" y="1141208"/>
                </a:lnTo>
                <a:lnTo>
                  <a:pt x="450" y="1168198"/>
                </a:lnTo>
                <a:lnTo>
                  <a:pt x="2249" y="1194288"/>
                </a:lnTo>
                <a:lnTo>
                  <a:pt x="3149" y="1207332"/>
                </a:lnTo>
                <a:lnTo>
                  <a:pt x="4048" y="1220827"/>
                </a:lnTo>
                <a:lnTo>
                  <a:pt x="6298" y="1233872"/>
                </a:lnTo>
                <a:lnTo>
                  <a:pt x="8997" y="1246917"/>
                </a:lnTo>
                <a:lnTo>
                  <a:pt x="12595" y="1259512"/>
                </a:lnTo>
                <a:lnTo>
                  <a:pt x="17093" y="1272107"/>
                </a:lnTo>
                <a:lnTo>
                  <a:pt x="22491" y="1283803"/>
                </a:lnTo>
                <a:lnTo>
                  <a:pt x="27889" y="1296398"/>
                </a:lnTo>
                <a:close/>
              </a:path>
            </a:pathLst>
          </a:custGeom>
          <a:solidFill>
            <a:srgbClr val="F5D9A8">
              <a:alpha val="75000"/>
            </a:srgbClr>
          </a:solidFill>
          <a:ln w="12700">
            <a:solidFill>
              <a:srgbClr val="C4262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860759" y="5438549"/>
            <a:ext cx="1664355" cy="651798"/>
          </a:xfrm>
          <a:custGeom>
            <a:avLst/>
            <a:gdLst/>
            <a:ahLst/>
            <a:cxnLst/>
            <a:rect l="l" t="t" r="r" b="b"/>
            <a:pathLst>
              <a:path w="1664355" h="651798">
                <a:moveTo>
                  <a:pt x="1414702" y="41834"/>
                </a:moveTo>
                <a:lnTo>
                  <a:pt x="929790" y="482663"/>
                </a:lnTo>
                <a:lnTo>
                  <a:pt x="926641" y="485362"/>
                </a:lnTo>
                <a:lnTo>
                  <a:pt x="923492" y="487611"/>
                </a:lnTo>
                <a:lnTo>
                  <a:pt x="919444" y="489860"/>
                </a:lnTo>
                <a:lnTo>
                  <a:pt x="915845" y="491210"/>
                </a:lnTo>
                <a:lnTo>
                  <a:pt x="911797" y="492559"/>
                </a:lnTo>
                <a:lnTo>
                  <a:pt x="907748" y="493459"/>
                </a:lnTo>
                <a:lnTo>
                  <a:pt x="903700" y="494359"/>
                </a:lnTo>
                <a:lnTo>
                  <a:pt x="899652" y="494359"/>
                </a:lnTo>
                <a:lnTo>
                  <a:pt x="269895" y="494359"/>
                </a:lnTo>
                <a:lnTo>
                  <a:pt x="265397" y="494359"/>
                </a:lnTo>
                <a:lnTo>
                  <a:pt x="260899" y="493459"/>
                </a:lnTo>
                <a:lnTo>
                  <a:pt x="256851" y="492559"/>
                </a:lnTo>
                <a:lnTo>
                  <a:pt x="252802" y="490760"/>
                </a:lnTo>
                <a:lnTo>
                  <a:pt x="248754" y="488961"/>
                </a:lnTo>
                <a:lnTo>
                  <a:pt x="244705" y="486712"/>
                </a:lnTo>
                <a:lnTo>
                  <a:pt x="241556" y="484013"/>
                </a:lnTo>
                <a:lnTo>
                  <a:pt x="237958" y="481314"/>
                </a:lnTo>
                <a:lnTo>
                  <a:pt x="147993" y="391348"/>
                </a:lnTo>
                <a:lnTo>
                  <a:pt x="147093" y="389999"/>
                </a:lnTo>
                <a:lnTo>
                  <a:pt x="83668" y="321625"/>
                </a:lnTo>
                <a:lnTo>
                  <a:pt x="75571" y="328373"/>
                </a:lnTo>
                <a:lnTo>
                  <a:pt x="66574" y="336470"/>
                </a:lnTo>
                <a:lnTo>
                  <a:pt x="56228" y="343217"/>
                </a:lnTo>
                <a:lnTo>
                  <a:pt x="45882" y="349964"/>
                </a:lnTo>
                <a:lnTo>
                  <a:pt x="26090" y="363009"/>
                </a:lnTo>
                <a:lnTo>
                  <a:pt x="5398" y="375605"/>
                </a:lnTo>
                <a:lnTo>
                  <a:pt x="0" y="378304"/>
                </a:lnTo>
                <a:lnTo>
                  <a:pt x="0" y="604566"/>
                </a:lnTo>
                <a:lnTo>
                  <a:pt x="944634" y="651798"/>
                </a:lnTo>
                <a:lnTo>
                  <a:pt x="1214530" y="651798"/>
                </a:lnTo>
                <a:lnTo>
                  <a:pt x="1664355" y="637853"/>
                </a:lnTo>
                <a:lnTo>
                  <a:pt x="1664355" y="0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2183" y="5320245"/>
            <a:ext cx="1998576" cy="722870"/>
          </a:xfrm>
          <a:custGeom>
            <a:avLst/>
            <a:gdLst/>
            <a:ahLst/>
            <a:cxnLst/>
            <a:rect l="l" t="t" r="r" b="b"/>
            <a:pathLst>
              <a:path w="1998576" h="722870">
                <a:moveTo>
                  <a:pt x="1368820" y="635154"/>
                </a:moveTo>
                <a:lnTo>
                  <a:pt x="1593733" y="702628"/>
                </a:lnTo>
                <a:lnTo>
                  <a:pt x="1998576" y="722870"/>
                </a:lnTo>
                <a:lnTo>
                  <a:pt x="1998576" y="336920"/>
                </a:lnTo>
                <a:lnTo>
                  <a:pt x="1859580" y="187128"/>
                </a:lnTo>
                <a:lnTo>
                  <a:pt x="1857331" y="184878"/>
                </a:lnTo>
                <a:lnTo>
                  <a:pt x="1855531" y="181730"/>
                </a:lnTo>
                <a:lnTo>
                  <a:pt x="1853732" y="178581"/>
                </a:lnTo>
                <a:lnTo>
                  <a:pt x="1852383" y="175432"/>
                </a:lnTo>
                <a:lnTo>
                  <a:pt x="1851483" y="172283"/>
                </a:lnTo>
                <a:lnTo>
                  <a:pt x="1850583" y="169135"/>
                </a:lnTo>
                <a:lnTo>
                  <a:pt x="1850134" y="165536"/>
                </a:lnTo>
                <a:lnTo>
                  <a:pt x="1850134" y="161937"/>
                </a:lnTo>
                <a:lnTo>
                  <a:pt x="1850583" y="158789"/>
                </a:lnTo>
                <a:lnTo>
                  <a:pt x="1869026" y="0"/>
                </a:lnTo>
                <a:lnTo>
                  <a:pt x="649099" y="162837"/>
                </a:lnTo>
                <a:lnTo>
                  <a:pt x="0" y="162837"/>
                </a:lnTo>
                <a:lnTo>
                  <a:pt x="289238" y="387750"/>
                </a:lnTo>
                <a:lnTo>
                  <a:pt x="784046" y="567680"/>
                </a:lnTo>
                <a:close/>
              </a:path>
            </a:pathLst>
          </a:custGeom>
          <a:solidFill>
            <a:srgbClr val="E8892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41735" y="4448482"/>
            <a:ext cx="1169547" cy="1034599"/>
          </a:xfrm>
          <a:custGeom>
            <a:avLst/>
            <a:gdLst/>
            <a:ahLst/>
            <a:cxnLst/>
            <a:rect l="l" t="t" r="r" b="b"/>
            <a:pathLst>
              <a:path w="1169547" h="1034599">
                <a:moveTo>
                  <a:pt x="1155153" y="299134"/>
                </a:moveTo>
                <a:lnTo>
                  <a:pt x="1122315" y="288788"/>
                </a:lnTo>
                <a:lnTo>
                  <a:pt x="1089928" y="279342"/>
                </a:lnTo>
                <a:lnTo>
                  <a:pt x="1056641" y="270345"/>
                </a:lnTo>
                <a:lnTo>
                  <a:pt x="1024253" y="260899"/>
                </a:lnTo>
                <a:lnTo>
                  <a:pt x="1007610" y="255951"/>
                </a:lnTo>
                <a:lnTo>
                  <a:pt x="991416" y="251003"/>
                </a:lnTo>
                <a:lnTo>
                  <a:pt x="959478" y="239307"/>
                </a:lnTo>
                <a:lnTo>
                  <a:pt x="927091" y="228512"/>
                </a:lnTo>
                <a:lnTo>
                  <a:pt x="910897" y="223114"/>
                </a:lnTo>
                <a:lnTo>
                  <a:pt x="894704" y="218166"/>
                </a:lnTo>
                <a:lnTo>
                  <a:pt x="861866" y="209169"/>
                </a:lnTo>
                <a:lnTo>
                  <a:pt x="828579" y="200172"/>
                </a:lnTo>
                <a:lnTo>
                  <a:pt x="812385" y="195224"/>
                </a:lnTo>
                <a:lnTo>
                  <a:pt x="796642" y="189826"/>
                </a:lnTo>
                <a:lnTo>
                  <a:pt x="780448" y="184878"/>
                </a:lnTo>
                <a:lnTo>
                  <a:pt x="764704" y="178581"/>
                </a:lnTo>
                <a:lnTo>
                  <a:pt x="732316" y="165986"/>
                </a:lnTo>
                <a:lnTo>
                  <a:pt x="700829" y="152941"/>
                </a:lnTo>
                <a:lnTo>
                  <a:pt x="669791" y="138546"/>
                </a:lnTo>
                <a:lnTo>
                  <a:pt x="654946" y="131349"/>
                </a:lnTo>
                <a:lnTo>
                  <a:pt x="639652" y="123252"/>
                </a:lnTo>
                <a:lnTo>
                  <a:pt x="624808" y="115155"/>
                </a:lnTo>
                <a:lnTo>
                  <a:pt x="609964" y="107059"/>
                </a:lnTo>
                <a:lnTo>
                  <a:pt x="580725" y="89515"/>
                </a:lnTo>
                <a:lnTo>
                  <a:pt x="551486" y="72422"/>
                </a:lnTo>
                <a:lnTo>
                  <a:pt x="537092" y="63425"/>
                </a:lnTo>
                <a:lnTo>
                  <a:pt x="522248" y="53979"/>
                </a:lnTo>
                <a:lnTo>
                  <a:pt x="508753" y="44083"/>
                </a:lnTo>
                <a:lnTo>
                  <a:pt x="495258" y="33287"/>
                </a:lnTo>
                <a:lnTo>
                  <a:pt x="468269" y="12595"/>
                </a:lnTo>
                <a:lnTo>
                  <a:pt x="455224" y="1349"/>
                </a:lnTo>
                <a:lnTo>
                  <a:pt x="453424" y="0"/>
                </a:lnTo>
                <a:lnTo>
                  <a:pt x="0" y="0"/>
                </a:lnTo>
                <a:lnTo>
                  <a:pt x="0" y="120103"/>
                </a:lnTo>
                <a:lnTo>
                  <a:pt x="44983" y="494808"/>
                </a:lnTo>
                <a:lnTo>
                  <a:pt x="404843" y="944634"/>
                </a:lnTo>
                <a:lnTo>
                  <a:pt x="520448" y="1034599"/>
                </a:lnTo>
                <a:lnTo>
                  <a:pt x="1169547" y="1034599"/>
                </a:lnTo>
                <a:lnTo>
                  <a:pt x="1169547" y="303632"/>
                </a:lnTo>
                <a:close/>
              </a:path>
            </a:pathLst>
          </a:custGeom>
          <a:solidFill>
            <a:srgbClr val="E8892B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1282" y="4448482"/>
            <a:ext cx="1349477" cy="1034599"/>
          </a:xfrm>
          <a:custGeom>
            <a:avLst/>
            <a:gdLst/>
            <a:ahLst/>
            <a:cxnLst/>
            <a:rect l="l" t="t" r="r" b="b"/>
            <a:pathLst>
              <a:path w="1349477" h="1034599">
                <a:moveTo>
                  <a:pt x="1313941" y="85917"/>
                </a:moveTo>
                <a:lnTo>
                  <a:pt x="1314391" y="82318"/>
                </a:lnTo>
                <a:lnTo>
                  <a:pt x="1315291" y="78720"/>
                </a:lnTo>
                <a:lnTo>
                  <a:pt x="1316640" y="75571"/>
                </a:lnTo>
                <a:lnTo>
                  <a:pt x="1317990" y="72422"/>
                </a:lnTo>
                <a:lnTo>
                  <a:pt x="1319789" y="69273"/>
                </a:lnTo>
                <a:lnTo>
                  <a:pt x="1322038" y="66574"/>
                </a:lnTo>
                <a:lnTo>
                  <a:pt x="1324287" y="64325"/>
                </a:lnTo>
                <a:lnTo>
                  <a:pt x="1326986" y="61626"/>
                </a:lnTo>
                <a:lnTo>
                  <a:pt x="1330135" y="59827"/>
                </a:lnTo>
                <a:lnTo>
                  <a:pt x="1332834" y="58028"/>
                </a:lnTo>
                <a:lnTo>
                  <a:pt x="1335983" y="56678"/>
                </a:lnTo>
                <a:lnTo>
                  <a:pt x="1339581" y="55329"/>
                </a:lnTo>
                <a:lnTo>
                  <a:pt x="1349477" y="52630"/>
                </a:lnTo>
                <a:lnTo>
                  <a:pt x="1349477" y="0"/>
                </a:lnTo>
                <a:lnTo>
                  <a:pt x="1134461" y="0"/>
                </a:lnTo>
                <a:lnTo>
                  <a:pt x="1129962" y="5848"/>
                </a:lnTo>
                <a:lnTo>
                  <a:pt x="1119167" y="18893"/>
                </a:lnTo>
                <a:lnTo>
                  <a:pt x="1109720" y="32387"/>
                </a:lnTo>
                <a:lnTo>
                  <a:pt x="1100274" y="46332"/>
                </a:lnTo>
                <a:lnTo>
                  <a:pt x="1090378" y="60726"/>
                </a:lnTo>
                <a:lnTo>
                  <a:pt x="1081831" y="75571"/>
                </a:lnTo>
                <a:lnTo>
                  <a:pt x="1073284" y="90415"/>
                </a:lnTo>
                <a:lnTo>
                  <a:pt x="1057990" y="120553"/>
                </a:lnTo>
                <a:lnTo>
                  <a:pt x="1042246" y="151141"/>
                </a:lnTo>
                <a:lnTo>
                  <a:pt x="1027402" y="182179"/>
                </a:lnTo>
                <a:lnTo>
                  <a:pt x="1012558" y="212318"/>
                </a:lnTo>
                <a:lnTo>
                  <a:pt x="1004461" y="227612"/>
                </a:lnTo>
                <a:lnTo>
                  <a:pt x="995914" y="242456"/>
                </a:lnTo>
                <a:lnTo>
                  <a:pt x="987817" y="256851"/>
                </a:lnTo>
                <a:lnTo>
                  <a:pt x="978821" y="271695"/>
                </a:lnTo>
                <a:lnTo>
                  <a:pt x="969375" y="285639"/>
                </a:lnTo>
                <a:lnTo>
                  <a:pt x="959478" y="300034"/>
                </a:lnTo>
                <a:lnTo>
                  <a:pt x="950032" y="313529"/>
                </a:lnTo>
                <a:lnTo>
                  <a:pt x="939686" y="327473"/>
                </a:lnTo>
                <a:lnTo>
                  <a:pt x="928890" y="340518"/>
                </a:lnTo>
                <a:lnTo>
                  <a:pt x="918094" y="354013"/>
                </a:lnTo>
                <a:lnTo>
                  <a:pt x="906849" y="366158"/>
                </a:lnTo>
                <a:lnTo>
                  <a:pt x="900101" y="372006"/>
                </a:lnTo>
                <a:lnTo>
                  <a:pt x="893804" y="377404"/>
                </a:lnTo>
                <a:lnTo>
                  <a:pt x="887506" y="382802"/>
                </a:lnTo>
                <a:lnTo>
                  <a:pt x="879859" y="388200"/>
                </a:lnTo>
                <a:lnTo>
                  <a:pt x="865465" y="396746"/>
                </a:lnTo>
                <a:lnTo>
                  <a:pt x="850621" y="405293"/>
                </a:lnTo>
                <a:lnTo>
                  <a:pt x="835776" y="413390"/>
                </a:lnTo>
                <a:lnTo>
                  <a:pt x="820032" y="421037"/>
                </a:lnTo>
                <a:lnTo>
                  <a:pt x="804738" y="427784"/>
                </a:lnTo>
                <a:lnTo>
                  <a:pt x="788994" y="434532"/>
                </a:lnTo>
                <a:lnTo>
                  <a:pt x="773251" y="439930"/>
                </a:lnTo>
                <a:lnTo>
                  <a:pt x="757057" y="445777"/>
                </a:lnTo>
                <a:lnTo>
                  <a:pt x="740413" y="450276"/>
                </a:lnTo>
                <a:lnTo>
                  <a:pt x="723770" y="454324"/>
                </a:lnTo>
                <a:lnTo>
                  <a:pt x="707576" y="457923"/>
                </a:lnTo>
                <a:lnTo>
                  <a:pt x="690932" y="461071"/>
                </a:lnTo>
                <a:lnTo>
                  <a:pt x="673839" y="462421"/>
                </a:lnTo>
                <a:lnTo>
                  <a:pt x="656746" y="463770"/>
                </a:lnTo>
                <a:lnTo>
                  <a:pt x="639652" y="464220"/>
                </a:lnTo>
                <a:lnTo>
                  <a:pt x="571729" y="465120"/>
                </a:lnTo>
                <a:lnTo>
                  <a:pt x="554635" y="465120"/>
                </a:lnTo>
                <a:lnTo>
                  <a:pt x="537542" y="465120"/>
                </a:lnTo>
                <a:lnTo>
                  <a:pt x="520448" y="464220"/>
                </a:lnTo>
                <a:lnTo>
                  <a:pt x="503355" y="462421"/>
                </a:lnTo>
                <a:lnTo>
                  <a:pt x="486712" y="461071"/>
                </a:lnTo>
                <a:lnTo>
                  <a:pt x="469618" y="458822"/>
                </a:lnTo>
                <a:lnTo>
                  <a:pt x="452975" y="456123"/>
                </a:lnTo>
                <a:lnTo>
                  <a:pt x="435881" y="452975"/>
                </a:lnTo>
                <a:lnTo>
                  <a:pt x="402144" y="446677"/>
                </a:lnTo>
                <a:lnTo>
                  <a:pt x="369307" y="438580"/>
                </a:lnTo>
                <a:lnTo>
                  <a:pt x="352663" y="434532"/>
                </a:lnTo>
                <a:lnTo>
                  <a:pt x="336470" y="430033"/>
                </a:lnTo>
                <a:lnTo>
                  <a:pt x="320726" y="424636"/>
                </a:lnTo>
                <a:lnTo>
                  <a:pt x="304532" y="418788"/>
                </a:lnTo>
                <a:lnTo>
                  <a:pt x="272594" y="406193"/>
                </a:lnTo>
                <a:lnTo>
                  <a:pt x="241107" y="393148"/>
                </a:lnTo>
                <a:lnTo>
                  <a:pt x="178581" y="365708"/>
                </a:lnTo>
                <a:lnTo>
                  <a:pt x="147093" y="353113"/>
                </a:lnTo>
                <a:lnTo>
                  <a:pt x="115155" y="341418"/>
                </a:lnTo>
                <a:lnTo>
                  <a:pt x="83218" y="329272"/>
                </a:lnTo>
                <a:lnTo>
                  <a:pt x="50830" y="319376"/>
                </a:lnTo>
                <a:lnTo>
                  <a:pt x="0" y="303632"/>
                </a:lnTo>
                <a:lnTo>
                  <a:pt x="0" y="1034599"/>
                </a:lnTo>
                <a:lnTo>
                  <a:pt x="1219928" y="871762"/>
                </a:lnTo>
                <a:close/>
              </a:path>
            </a:pathLst>
          </a:custGeom>
          <a:solidFill>
            <a:srgbClr val="E8C61E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96055" y="2226793"/>
            <a:ext cx="584774" cy="528545"/>
          </a:xfrm>
          <a:custGeom>
            <a:avLst/>
            <a:gdLst/>
            <a:ahLst/>
            <a:cxnLst/>
            <a:rect l="l" t="t" r="r" b="b"/>
            <a:pathLst>
              <a:path w="584774" h="528545">
                <a:moveTo>
                  <a:pt x="24291" y="525397"/>
                </a:moveTo>
                <a:lnTo>
                  <a:pt x="54879" y="521798"/>
                </a:lnTo>
                <a:lnTo>
                  <a:pt x="176332" y="503805"/>
                </a:lnTo>
                <a:lnTo>
                  <a:pt x="237508" y="495258"/>
                </a:lnTo>
                <a:lnTo>
                  <a:pt x="268546" y="492109"/>
                </a:lnTo>
                <a:lnTo>
                  <a:pt x="298684" y="488961"/>
                </a:lnTo>
                <a:lnTo>
                  <a:pt x="329722" y="486712"/>
                </a:lnTo>
                <a:lnTo>
                  <a:pt x="360310" y="485362"/>
                </a:lnTo>
                <a:lnTo>
                  <a:pt x="391348" y="484912"/>
                </a:lnTo>
                <a:lnTo>
                  <a:pt x="422386" y="484912"/>
                </a:lnTo>
                <a:lnTo>
                  <a:pt x="452975" y="486712"/>
                </a:lnTo>
                <a:lnTo>
                  <a:pt x="483563" y="489860"/>
                </a:lnTo>
                <a:lnTo>
                  <a:pt x="499307" y="491210"/>
                </a:lnTo>
                <a:lnTo>
                  <a:pt x="514151" y="493459"/>
                </a:lnTo>
                <a:lnTo>
                  <a:pt x="528995" y="496158"/>
                </a:lnTo>
                <a:lnTo>
                  <a:pt x="544289" y="499307"/>
                </a:lnTo>
                <a:lnTo>
                  <a:pt x="559133" y="502455"/>
                </a:lnTo>
                <a:lnTo>
                  <a:pt x="574428" y="506504"/>
                </a:lnTo>
                <a:lnTo>
                  <a:pt x="584774" y="509203"/>
                </a:lnTo>
                <a:lnTo>
                  <a:pt x="584774" y="441729"/>
                </a:lnTo>
                <a:lnTo>
                  <a:pt x="0" y="0"/>
                </a:lnTo>
                <a:lnTo>
                  <a:pt x="0" y="528545"/>
                </a:lnTo>
                <a:close/>
              </a:path>
            </a:pathLst>
          </a:custGeom>
          <a:solidFill>
            <a:srgbClr val="E8C61E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1316" y="1717140"/>
            <a:ext cx="674739" cy="1044046"/>
          </a:xfrm>
          <a:custGeom>
            <a:avLst/>
            <a:gdLst/>
            <a:ahLst/>
            <a:cxnLst/>
            <a:rect l="l" t="t" r="r" b="b"/>
            <a:pathLst>
              <a:path w="674739" h="1044046">
                <a:moveTo>
                  <a:pt x="617611" y="1044046"/>
                </a:moveTo>
                <a:lnTo>
                  <a:pt x="638303" y="1042246"/>
                </a:lnTo>
                <a:lnTo>
                  <a:pt x="668441" y="1039098"/>
                </a:lnTo>
                <a:lnTo>
                  <a:pt x="674739" y="1038198"/>
                </a:lnTo>
                <a:lnTo>
                  <a:pt x="674739" y="509653"/>
                </a:lnTo>
                <a:lnTo>
                  <a:pt x="0" y="0"/>
                </a:lnTo>
                <a:lnTo>
                  <a:pt x="0" y="576227"/>
                </a:lnTo>
                <a:close/>
              </a:path>
            </a:pathLst>
          </a:custGeom>
          <a:solidFill>
            <a:srgbClr val="5A5A66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5645" y="1389667"/>
            <a:ext cx="785846" cy="899652"/>
          </a:xfrm>
          <a:custGeom>
            <a:avLst/>
            <a:gdLst/>
            <a:ahLst/>
            <a:cxnLst/>
            <a:rect l="l" t="t" r="r" b="b"/>
            <a:pathLst>
              <a:path w="785846" h="899652">
                <a:moveTo>
                  <a:pt x="66124" y="404843"/>
                </a:moveTo>
                <a:lnTo>
                  <a:pt x="0" y="899652"/>
                </a:lnTo>
                <a:lnTo>
                  <a:pt x="304082" y="899652"/>
                </a:lnTo>
                <a:lnTo>
                  <a:pt x="319826" y="865465"/>
                </a:lnTo>
                <a:lnTo>
                  <a:pt x="341868" y="822731"/>
                </a:lnTo>
                <a:lnTo>
                  <a:pt x="364359" y="779998"/>
                </a:lnTo>
                <a:lnTo>
                  <a:pt x="387750" y="737714"/>
                </a:lnTo>
                <a:lnTo>
                  <a:pt x="412040" y="695881"/>
                </a:lnTo>
                <a:lnTo>
                  <a:pt x="424636" y="675189"/>
                </a:lnTo>
                <a:lnTo>
                  <a:pt x="438130" y="654946"/>
                </a:lnTo>
                <a:lnTo>
                  <a:pt x="452075" y="635604"/>
                </a:lnTo>
                <a:lnTo>
                  <a:pt x="466020" y="615812"/>
                </a:lnTo>
                <a:lnTo>
                  <a:pt x="481314" y="596919"/>
                </a:lnTo>
                <a:lnTo>
                  <a:pt x="497058" y="578926"/>
                </a:lnTo>
                <a:lnTo>
                  <a:pt x="505604" y="569929"/>
                </a:lnTo>
                <a:lnTo>
                  <a:pt x="514151" y="561832"/>
                </a:lnTo>
                <a:lnTo>
                  <a:pt x="523147" y="553286"/>
                </a:lnTo>
                <a:lnTo>
                  <a:pt x="532144" y="545639"/>
                </a:lnTo>
                <a:lnTo>
                  <a:pt x="541590" y="538441"/>
                </a:lnTo>
                <a:lnTo>
                  <a:pt x="551936" y="531694"/>
                </a:lnTo>
                <a:lnTo>
                  <a:pt x="561832" y="525846"/>
                </a:lnTo>
                <a:lnTo>
                  <a:pt x="573078" y="520898"/>
                </a:lnTo>
                <a:lnTo>
                  <a:pt x="583874" y="515500"/>
                </a:lnTo>
                <a:lnTo>
                  <a:pt x="595120" y="511002"/>
                </a:lnTo>
                <a:lnTo>
                  <a:pt x="606365" y="507404"/>
                </a:lnTo>
                <a:lnTo>
                  <a:pt x="618061" y="504255"/>
                </a:lnTo>
                <a:lnTo>
                  <a:pt x="629306" y="501106"/>
                </a:lnTo>
                <a:lnTo>
                  <a:pt x="641002" y="498407"/>
                </a:lnTo>
                <a:lnTo>
                  <a:pt x="665292" y="493459"/>
                </a:lnTo>
                <a:lnTo>
                  <a:pt x="672040" y="492109"/>
                </a:lnTo>
                <a:lnTo>
                  <a:pt x="705327" y="242456"/>
                </a:lnTo>
                <a:lnTo>
                  <a:pt x="705777" y="239307"/>
                </a:lnTo>
                <a:lnTo>
                  <a:pt x="706676" y="235709"/>
                </a:lnTo>
                <a:lnTo>
                  <a:pt x="708026" y="232110"/>
                </a:lnTo>
                <a:lnTo>
                  <a:pt x="709825" y="228961"/>
                </a:lnTo>
                <a:lnTo>
                  <a:pt x="712074" y="225813"/>
                </a:lnTo>
                <a:lnTo>
                  <a:pt x="714323" y="223114"/>
                </a:lnTo>
                <a:lnTo>
                  <a:pt x="716573" y="220864"/>
                </a:lnTo>
                <a:lnTo>
                  <a:pt x="719721" y="218615"/>
                </a:lnTo>
                <a:lnTo>
                  <a:pt x="722420" y="216366"/>
                </a:lnTo>
                <a:lnTo>
                  <a:pt x="726019" y="214567"/>
                </a:lnTo>
                <a:lnTo>
                  <a:pt x="729168" y="213217"/>
                </a:lnTo>
                <a:lnTo>
                  <a:pt x="732766" y="212318"/>
                </a:lnTo>
                <a:lnTo>
                  <a:pt x="736365" y="211868"/>
                </a:lnTo>
                <a:lnTo>
                  <a:pt x="739963" y="211418"/>
                </a:lnTo>
                <a:lnTo>
                  <a:pt x="743562" y="211418"/>
                </a:lnTo>
                <a:lnTo>
                  <a:pt x="747161" y="211868"/>
                </a:lnTo>
                <a:lnTo>
                  <a:pt x="785846" y="218615"/>
                </a:lnTo>
                <a:lnTo>
                  <a:pt x="785846" y="58927"/>
                </a:lnTo>
                <a:lnTo>
                  <a:pt x="650898" y="0"/>
                </a:lnTo>
                <a:lnTo>
                  <a:pt x="291037" y="89965"/>
                </a:lnTo>
                <a:close/>
              </a:path>
            </a:pathLst>
          </a:custGeom>
          <a:solidFill>
            <a:srgbClr val="D9507A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75637" y="3042327"/>
            <a:ext cx="1202384" cy="1292350"/>
          </a:xfrm>
          <a:custGeom>
            <a:avLst/>
            <a:gdLst/>
            <a:ahLst/>
            <a:cxnLst/>
            <a:rect l="l" t="t" r="r" b="b"/>
            <a:pathLst>
              <a:path w="1202384" h="1292350">
                <a:moveTo>
                  <a:pt x="31488" y="131799"/>
                </a:moveTo>
                <a:lnTo>
                  <a:pt x="49481" y="156539"/>
                </a:lnTo>
                <a:lnTo>
                  <a:pt x="67474" y="181730"/>
                </a:lnTo>
                <a:lnTo>
                  <a:pt x="85017" y="207370"/>
                </a:lnTo>
                <a:lnTo>
                  <a:pt x="93114" y="220415"/>
                </a:lnTo>
                <a:lnTo>
                  <a:pt x="100761" y="233909"/>
                </a:lnTo>
                <a:lnTo>
                  <a:pt x="115155" y="260449"/>
                </a:lnTo>
                <a:lnTo>
                  <a:pt x="130000" y="287439"/>
                </a:lnTo>
                <a:lnTo>
                  <a:pt x="136297" y="302283"/>
                </a:lnTo>
                <a:lnTo>
                  <a:pt x="142595" y="315778"/>
                </a:lnTo>
                <a:lnTo>
                  <a:pt x="148443" y="329722"/>
                </a:lnTo>
                <a:lnTo>
                  <a:pt x="153840" y="344117"/>
                </a:lnTo>
                <a:lnTo>
                  <a:pt x="159238" y="358511"/>
                </a:lnTo>
                <a:lnTo>
                  <a:pt x="163287" y="373805"/>
                </a:lnTo>
                <a:lnTo>
                  <a:pt x="167785" y="388649"/>
                </a:lnTo>
                <a:lnTo>
                  <a:pt x="170934" y="403494"/>
                </a:lnTo>
                <a:lnTo>
                  <a:pt x="173633" y="419238"/>
                </a:lnTo>
                <a:lnTo>
                  <a:pt x="175882" y="434082"/>
                </a:lnTo>
                <a:lnTo>
                  <a:pt x="177231" y="449376"/>
                </a:lnTo>
                <a:lnTo>
                  <a:pt x="177681" y="464670"/>
                </a:lnTo>
                <a:lnTo>
                  <a:pt x="177681" y="479964"/>
                </a:lnTo>
                <a:lnTo>
                  <a:pt x="177231" y="495708"/>
                </a:lnTo>
                <a:lnTo>
                  <a:pt x="176332" y="511002"/>
                </a:lnTo>
                <a:lnTo>
                  <a:pt x="174532" y="526296"/>
                </a:lnTo>
                <a:lnTo>
                  <a:pt x="173183" y="541590"/>
                </a:lnTo>
                <a:lnTo>
                  <a:pt x="170484" y="556884"/>
                </a:lnTo>
                <a:lnTo>
                  <a:pt x="167785" y="571729"/>
                </a:lnTo>
                <a:lnTo>
                  <a:pt x="164186" y="587023"/>
                </a:lnTo>
                <a:lnTo>
                  <a:pt x="159688" y="601867"/>
                </a:lnTo>
                <a:lnTo>
                  <a:pt x="154740" y="616261"/>
                </a:lnTo>
                <a:lnTo>
                  <a:pt x="149342" y="630656"/>
                </a:lnTo>
                <a:lnTo>
                  <a:pt x="143494" y="645050"/>
                </a:lnTo>
                <a:lnTo>
                  <a:pt x="137197" y="658995"/>
                </a:lnTo>
                <a:lnTo>
                  <a:pt x="130000" y="672490"/>
                </a:lnTo>
                <a:lnTo>
                  <a:pt x="127751" y="675638"/>
                </a:lnTo>
                <a:lnTo>
                  <a:pt x="943285" y="1292350"/>
                </a:lnTo>
                <a:lnTo>
                  <a:pt x="1202384" y="950032"/>
                </a:lnTo>
                <a:lnTo>
                  <a:pt x="1147056" y="866365"/>
                </a:lnTo>
                <a:lnTo>
                  <a:pt x="0" y="0"/>
                </a:lnTo>
                <a:lnTo>
                  <a:pt x="0" y="89515"/>
                </a:lnTo>
                <a:close/>
              </a:path>
            </a:pathLst>
          </a:custGeom>
          <a:solidFill>
            <a:srgbClr val="D9507A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20620" y="3829522"/>
            <a:ext cx="741313" cy="535293"/>
          </a:xfrm>
          <a:custGeom>
            <a:avLst/>
            <a:gdLst/>
            <a:ahLst/>
            <a:cxnLst/>
            <a:rect l="l" t="t" r="r" b="b"/>
            <a:pathLst>
              <a:path w="741313" h="535293">
                <a:moveTo>
                  <a:pt x="223563" y="11246"/>
                </a:moveTo>
                <a:lnTo>
                  <a:pt x="214567" y="25640"/>
                </a:lnTo>
                <a:lnTo>
                  <a:pt x="205570" y="40034"/>
                </a:lnTo>
                <a:lnTo>
                  <a:pt x="195224" y="53979"/>
                </a:lnTo>
                <a:lnTo>
                  <a:pt x="185778" y="67474"/>
                </a:lnTo>
                <a:lnTo>
                  <a:pt x="174982" y="80519"/>
                </a:lnTo>
                <a:lnTo>
                  <a:pt x="164186" y="94014"/>
                </a:lnTo>
                <a:lnTo>
                  <a:pt x="153391" y="107059"/>
                </a:lnTo>
                <a:lnTo>
                  <a:pt x="140795" y="119204"/>
                </a:lnTo>
                <a:lnTo>
                  <a:pt x="129100" y="131349"/>
                </a:lnTo>
                <a:lnTo>
                  <a:pt x="116955" y="143045"/>
                </a:lnTo>
                <a:lnTo>
                  <a:pt x="103910" y="154290"/>
                </a:lnTo>
                <a:lnTo>
                  <a:pt x="91315" y="165536"/>
                </a:lnTo>
                <a:lnTo>
                  <a:pt x="65225" y="187577"/>
                </a:lnTo>
                <a:lnTo>
                  <a:pt x="38235" y="208269"/>
                </a:lnTo>
                <a:lnTo>
                  <a:pt x="10346" y="228062"/>
                </a:lnTo>
                <a:lnTo>
                  <a:pt x="0" y="235259"/>
                </a:lnTo>
                <a:lnTo>
                  <a:pt x="0" y="528995"/>
                </a:lnTo>
                <a:lnTo>
                  <a:pt x="77820" y="535293"/>
                </a:lnTo>
                <a:lnTo>
                  <a:pt x="482213" y="418338"/>
                </a:lnTo>
                <a:lnTo>
                  <a:pt x="485812" y="417438"/>
                </a:lnTo>
                <a:lnTo>
                  <a:pt x="489410" y="416989"/>
                </a:lnTo>
                <a:lnTo>
                  <a:pt x="741313" y="386850"/>
                </a:lnTo>
                <a:lnTo>
                  <a:pt x="230311" y="0"/>
                </a:lnTo>
                <a:close/>
              </a:path>
            </a:pathLst>
          </a:custGeom>
          <a:solidFill>
            <a:srgbClr val="F2B26B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0167" y="4088622"/>
            <a:ext cx="899652" cy="1394460"/>
          </a:xfrm>
          <a:custGeom>
            <a:avLst/>
            <a:gdLst/>
            <a:ahLst/>
            <a:cxnLst/>
            <a:rect l="l" t="t" r="r" b="b"/>
            <a:pathLst>
              <a:path w="899652" h="1394460">
                <a:moveTo>
                  <a:pt x="51280" y="0"/>
                </a:moveTo>
                <a:lnTo>
                  <a:pt x="0" y="0"/>
                </a:lnTo>
                <a:lnTo>
                  <a:pt x="0" y="170934"/>
                </a:lnTo>
                <a:lnTo>
                  <a:pt x="343667" y="460622"/>
                </a:lnTo>
                <a:lnTo>
                  <a:pt x="346816" y="463321"/>
                </a:lnTo>
                <a:lnTo>
                  <a:pt x="349964" y="466469"/>
                </a:lnTo>
                <a:lnTo>
                  <a:pt x="352214" y="470068"/>
                </a:lnTo>
                <a:lnTo>
                  <a:pt x="354463" y="473667"/>
                </a:lnTo>
                <a:lnTo>
                  <a:pt x="356262" y="477265"/>
                </a:lnTo>
                <a:lnTo>
                  <a:pt x="357612" y="481314"/>
                </a:lnTo>
                <a:lnTo>
                  <a:pt x="358961" y="485362"/>
                </a:lnTo>
                <a:lnTo>
                  <a:pt x="359411" y="489410"/>
                </a:lnTo>
                <a:lnTo>
                  <a:pt x="449376" y="1254114"/>
                </a:lnTo>
                <a:lnTo>
                  <a:pt x="449826" y="1258613"/>
                </a:lnTo>
                <a:lnTo>
                  <a:pt x="449826" y="1262661"/>
                </a:lnTo>
                <a:lnTo>
                  <a:pt x="449376" y="1267159"/>
                </a:lnTo>
                <a:lnTo>
                  <a:pt x="448476" y="1271208"/>
                </a:lnTo>
                <a:lnTo>
                  <a:pt x="447127" y="1275256"/>
                </a:lnTo>
                <a:lnTo>
                  <a:pt x="445328" y="1279305"/>
                </a:lnTo>
                <a:lnTo>
                  <a:pt x="443078" y="1282903"/>
                </a:lnTo>
                <a:lnTo>
                  <a:pt x="440829" y="1286502"/>
                </a:lnTo>
                <a:lnTo>
                  <a:pt x="438130" y="1289651"/>
                </a:lnTo>
                <a:lnTo>
                  <a:pt x="434982" y="1292799"/>
                </a:lnTo>
                <a:lnTo>
                  <a:pt x="431833" y="1295498"/>
                </a:lnTo>
                <a:lnTo>
                  <a:pt x="428234" y="1297747"/>
                </a:lnTo>
                <a:lnTo>
                  <a:pt x="424636" y="1299997"/>
                </a:lnTo>
                <a:lnTo>
                  <a:pt x="420587" y="1301796"/>
                </a:lnTo>
                <a:lnTo>
                  <a:pt x="416539" y="1303145"/>
                </a:lnTo>
                <a:lnTo>
                  <a:pt x="412040" y="1304045"/>
                </a:lnTo>
                <a:lnTo>
                  <a:pt x="0" y="1372419"/>
                </a:lnTo>
                <a:lnTo>
                  <a:pt x="0" y="1394460"/>
                </a:lnTo>
                <a:lnTo>
                  <a:pt x="896953" y="1394460"/>
                </a:lnTo>
                <a:lnTo>
                  <a:pt x="899652" y="1349477"/>
                </a:lnTo>
                <a:lnTo>
                  <a:pt x="764704" y="1079582"/>
                </a:lnTo>
                <a:close/>
              </a:path>
            </a:pathLst>
          </a:custGeom>
          <a:solidFill>
            <a:srgbClr val="9A9A9A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3666" y="4223569"/>
            <a:ext cx="1726431" cy="764704"/>
          </a:xfrm>
          <a:custGeom>
            <a:avLst/>
            <a:gdLst/>
            <a:ahLst/>
            <a:cxnLst/>
            <a:rect l="l" t="t" r="r" b="b"/>
            <a:pathLst>
              <a:path w="1726431" h="764704">
                <a:moveTo>
                  <a:pt x="1434045" y="0"/>
                </a:moveTo>
                <a:lnTo>
                  <a:pt x="871762" y="67474"/>
                </a:lnTo>
                <a:lnTo>
                  <a:pt x="17093" y="314878"/>
                </a:lnTo>
                <a:lnTo>
                  <a:pt x="0" y="457923"/>
                </a:lnTo>
                <a:lnTo>
                  <a:pt x="17093" y="764704"/>
                </a:lnTo>
                <a:lnTo>
                  <a:pt x="1726431" y="494808"/>
                </a:lnTo>
                <a:lnTo>
                  <a:pt x="1632868" y="167335"/>
                </a:lnTo>
                <a:close/>
              </a:path>
            </a:pathLst>
          </a:custGeom>
          <a:solidFill>
            <a:srgbClr val="9B6FC0">
              <a:alpha val="4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86328" y="4637409"/>
            <a:ext cx="1208682" cy="890655"/>
          </a:xfrm>
          <a:custGeom>
            <a:avLst/>
            <a:gdLst/>
            <a:ahLst/>
            <a:cxnLst/>
            <a:rect l="l" t="t" r="r" b="b"/>
            <a:pathLst>
              <a:path w="1208682" h="890655">
                <a:moveTo>
                  <a:pt x="1208682" y="710725"/>
                </a:moveTo>
                <a:lnTo>
                  <a:pt x="1125014" y="0"/>
                </a:lnTo>
                <a:lnTo>
                  <a:pt x="991416" y="8997"/>
                </a:lnTo>
                <a:lnTo>
                  <a:pt x="1009859" y="73771"/>
                </a:lnTo>
                <a:lnTo>
                  <a:pt x="1010309" y="76021"/>
                </a:lnTo>
                <a:lnTo>
                  <a:pt x="1010759" y="78720"/>
                </a:lnTo>
                <a:lnTo>
                  <a:pt x="1010759" y="81418"/>
                </a:lnTo>
                <a:lnTo>
                  <a:pt x="1010759" y="84117"/>
                </a:lnTo>
                <a:lnTo>
                  <a:pt x="1010309" y="86816"/>
                </a:lnTo>
                <a:lnTo>
                  <a:pt x="1009409" y="89515"/>
                </a:lnTo>
                <a:lnTo>
                  <a:pt x="1008509" y="91764"/>
                </a:lnTo>
                <a:lnTo>
                  <a:pt x="1007160" y="94463"/>
                </a:lnTo>
                <a:lnTo>
                  <a:pt x="1005811" y="96713"/>
                </a:lnTo>
                <a:lnTo>
                  <a:pt x="1004011" y="98512"/>
                </a:lnTo>
                <a:lnTo>
                  <a:pt x="1002212" y="100761"/>
                </a:lnTo>
                <a:lnTo>
                  <a:pt x="1000413" y="102560"/>
                </a:lnTo>
                <a:lnTo>
                  <a:pt x="998163" y="103910"/>
                </a:lnTo>
                <a:lnTo>
                  <a:pt x="995465" y="105259"/>
                </a:lnTo>
                <a:lnTo>
                  <a:pt x="993215" y="106159"/>
                </a:lnTo>
                <a:lnTo>
                  <a:pt x="990516" y="107059"/>
                </a:lnTo>
                <a:lnTo>
                  <a:pt x="987817" y="107508"/>
                </a:lnTo>
                <a:lnTo>
                  <a:pt x="0" y="263598"/>
                </a:lnTo>
                <a:lnTo>
                  <a:pt x="174083" y="890655"/>
                </a:lnTo>
                <a:lnTo>
                  <a:pt x="609964" y="854219"/>
                </a:lnTo>
                <a:lnTo>
                  <a:pt x="668891" y="800690"/>
                </a:lnTo>
                <a:close/>
              </a:path>
            </a:pathLst>
          </a:custGeom>
          <a:solidFill>
            <a:srgbClr val="9B6FC0">
              <a:alpha val="3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48303" y="4906405"/>
            <a:ext cx="1012108" cy="981520"/>
          </a:xfrm>
          <a:custGeom>
            <a:avLst/>
            <a:gdLst/>
            <a:ahLst/>
            <a:cxnLst/>
            <a:rect l="l" t="t" r="r" b="b"/>
            <a:pathLst>
              <a:path w="1012108" h="981520">
                <a:moveTo>
                  <a:pt x="1012108" y="648649"/>
                </a:moveTo>
                <a:lnTo>
                  <a:pt x="1011658" y="648649"/>
                </a:lnTo>
                <a:lnTo>
                  <a:pt x="1008959" y="648649"/>
                </a:lnTo>
                <a:lnTo>
                  <a:pt x="1006260" y="648199"/>
                </a:lnTo>
                <a:lnTo>
                  <a:pt x="1004011" y="647299"/>
                </a:lnTo>
                <a:lnTo>
                  <a:pt x="1001312" y="646400"/>
                </a:lnTo>
                <a:lnTo>
                  <a:pt x="999063" y="645050"/>
                </a:lnTo>
                <a:lnTo>
                  <a:pt x="996814" y="643701"/>
                </a:lnTo>
                <a:lnTo>
                  <a:pt x="994565" y="642351"/>
                </a:lnTo>
                <a:lnTo>
                  <a:pt x="992766" y="640552"/>
                </a:lnTo>
                <a:lnTo>
                  <a:pt x="990966" y="638303"/>
                </a:lnTo>
                <a:lnTo>
                  <a:pt x="989167" y="636054"/>
                </a:lnTo>
                <a:lnTo>
                  <a:pt x="987817" y="633805"/>
                </a:lnTo>
                <a:lnTo>
                  <a:pt x="986918" y="631555"/>
                </a:lnTo>
                <a:lnTo>
                  <a:pt x="986018" y="628856"/>
                </a:lnTo>
                <a:lnTo>
                  <a:pt x="843873" y="117405"/>
                </a:lnTo>
                <a:lnTo>
                  <a:pt x="804738" y="0"/>
                </a:lnTo>
                <a:lnTo>
                  <a:pt x="116505" y="108408"/>
                </a:lnTo>
                <a:lnTo>
                  <a:pt x="113806" y="108858"/>
                </a:lnTo>
                <a:lnTo>
                  <a:pt x="111557" y="108858"/>
                </a:lnTo>
                <a:lnTo>
                  <a:pt x="108858" y="108408"/>
                </a:lnTo>
                <a:lnTo>
                  <a:pt x="106159" y="107958"/>
                </a:lnTo>
                <a:lnTo>
                  <a:pt x="103460" y="107508"/>
                </a:lnTo>
                <a:lnTo>
                  <a:pt x="101211" y="106159"/>
                </a:lnTo>
                <a:lnTo>
                  <a:pt x="98962" y="105259"/>
                </a:lnTo>
                <a:lnTo>
                  <a:pt x="96713" y="103460"/>
                </a:lnTo>
                <a:lnTo>
                  <a:pt x="94463" y="102110"/>
                </a:lnTo>
                <a:lnTo>
                  <a:pt x="92664" y="100311"/>
                </a:lnTo>
                <a:lnTo>
                  <a:pt x="90865" y="98062"/>
                </a:lnTo>
                <a:lnTo>
                  <a:pt x="89515" y="95813"/>
                </a:lnTo>
                <a:lnTo>
                  <a:pt x="88166" y="93564"/>
                </a:lnTo>
                <a:lnTo>
                  <a:pt x="87266" y="91315"/>
                </a:lnTo>
                <a:lnTo>
                  <a:pt x="86367" y="88616"/>
                </a:lnTo>
                <a:lnTo>
                  <a:pt x="85917" y="85917"/>
                </a:lnTo>
                <a:lnTo>
                  <a:pt x="85467" y="83218"/>
                </a:lnTo>
                <a:lnTo>
                  <a:pt x="84117" y="58028"/>
                </a:lnTo>
                <a:lnTo>
                  <a:pt x="61176" y="61626"/>
                </a:lnTo>
                <a:lnTo>
                  <a:pt x="0" y="576677"/>
                </a:lnTo>
                <a:lnTo>
                  <a:pt x="292387" y="891555"/>
                </a:lnTo>
                <a:lnTo>
                  <a:pt x="382352" y="981520"/>
                </a:lnTo>
                <a:lnTo>
                  <a:pt x="1012108" y="981520"/>
                </a:lnTo>
                <a:close/>
              </a:path>
            </a:pathLst>
          </a:custGeom>
          <a:solidFill>
            <a:srgbClr val="E8892B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25115" y="5348134"/>
            <a:ext cx="764704" cy="728268"/>
          </a:xfrm>
          <a:custGeom>
            <a:avLst/>
            <a:gdLst/>
            <a:ahLst/>
            <a:cxnLst/>
            <a:rect l="l" t="t" r="r" b="b"/>
            <a:pathLst>
              <a:path w="764704" h="728268">
                <a:moveTo>
                  <a:pt x="584774" y="629756"/>
                </a:moveTo>
                <a:lnTo>
                  <a:pt x="742213" y="449826"/>
                </a:lnTo>
                <a:lnTo>
                  <a:pt x="764704" y="89965"/>
                </a:lnTo>
                <a:lnTo>
                  <a:pt x="719721" y="0"/>
                </a:lnTo>
                <a:lnTo>
                  <a:pt x="314878" y="0"/>
                </a:lnTo>
                <a:lnTo>
                  <a:pt x="314878" y="3149"/>
                </a:lnTo>
                <a:lnTo>
                  <a:pt x="314428" y="7647"/>
                </a:lnTo>
                <a:lnTo>
                  <a:pt x="313529" y="11695"/>
                </a:lnTo>
                <a:lnTo>
                  <a:pt x="312179" y="15744"/>
                </a:lnTo>
                <a:lnTo>
                  <a:pt x="310380" y="19792"/>
                </a:lnTo>
                <a:lnTo>
                  <a:pt x="308131" y="23391"/>
                </a:lnTo>
                <a:lnTo>
                  <a:pt x="305882" y="26990"/>
                </a:lnTo>
                <a:lnTo>
                  <a:pt x="303183" y="30138"/>
                </a:lnTo>
                <a:lnTo>
                  <a:pt x="300034" y="33287"/>
                </a:lnTo>
                <a:lnTo>
                  <a:pt x="296885" y="35986"/>
                </a:lnTo>
                <a:lnTo>
                  <a:pt x="293286" y="38235"/>
                </a:lnTo>
                <a:lnTo>
                  <a:pt x="289688" y="40484"/>
                </a:lnTo>
                <a:lnTo>
                  <a:pt x="285639" y="42284"/>
                </a:lnTo>
                <a:lnTo>
                  <a:pt x="281591" y="43633"/>
                </a:lnTo>
                <a:lnTo>
                  <a:pt x="277093" y="44533"/>
                </a:lnTo>
                <a:lnTo>
                  <a:pt x="0" y="90415"/>
                </a:lnTo>
                <a:lnTo>
                  <a:pt x="0" y="728268"/>
                </a:lnTo>
                <a:lnTo>
                  <a:pt x="269895" y="719721"/>
                </a:lnTo>
                <a:close/>
              </a:path>
            </a:pathLst>
          </a:custGeom>
          <a:solidFill>
            <a:srgbClr val="9B6FC0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48303" y="4223569"/>
            <a:ext cx="2046707" cy="1664355"/>
          </a:xfrm>
          <a:custGeom>
            <a:avLst/>
            <a:gdLst/>
            <a:ahLst/>
            <a:cxnLst/>
            <a:rect l="l" t="t" r="r" b="b"/>
            <a:pathLst>
              <a:path w="2046707" h="1664355">
                <a:moveTo>
                  <a:pt x="0" y="1259512"/>
                </a:moveTo>
                <a:lnTo>
                  <a:pt x="112456" y="314878"/>
                </a:lnTo>
                <a:lnTo>
                  <a:pt x="967125" y="67474"/>
                </a:lnTo>
                <a:lnTo>
                  <a:pt x="1529408" y="0"/>
                </a:lnTo>
                <a:lnTo>
                  <a:pt x="1956742" y="359861"/>
                </a:lnTo>
                <a:lnTo>
                  <a:pt x="2046707" y="1124565"/>
                </a:lnTo>
                <a:lnTo>
                  <a:pt x="1506916" y="1214530"/>
                </a:lnTo>
                <a:lnTo>
                  <a:pt x="1012108" y="1664355"/>
                </a:lnTo>
                <a:lnTo>
                  <a:pt x="382352" y="1664355"/>
                </a:lnTo>
                <a:lnTo>
                  <a:pt x="292387" y="1574390"/>
                </a:lnTo>
                <a:close/>
              </a:path>
            </a:pathLst>
          </a:custGeom>
          <a:ln w="12700">
            <a:solidFill>
              <a:srgbClr val="777777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881525" y="1637071"/>
            <a:ext cx="562282" cy="404843"/>
          </a:xfrm>
          <a:custGeom>
            <a:avLst/>
            <a:gdLst/>
            <a:ahLst/>
            <a:cxnLst/>
            <a:rect l="l" t="t" r="r" b="b"/>
            <a:pathLst>
              <a:path w="562282" h="404843">
                <a:moveTo>
                  <a:pt x="44983" y="0"/>
                </a:moveTo>
                <a:lnTo>
                  <a:pt x="562282" y="89965"/>
                </a:lnTo>
                <a:lnTo>
                  <a:pt x="494808" y="404843"/>
                </a:lnTo>
                <a:lnTo>
                  <a:pt x="0" y="337369"/>
                </a:lnTo>
                <a:close/>
              </a:path>
            </a:pathLst>
          </a:custGeom>
          <a:ln w="12700">
            <a:solidFill>
              <a:srgbClr val="6666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096055" y="3908691"/>
            <a:ext cx="1866777" cy="2608990"/>
          </a:xfrm>
          <a:custGeom>
            <a:avLst/>
            <a:gdLst/>
            <a:ahLst/>
            <a:cxnLst/>
            <a:rect l="l" t="t" r="r" b="b"/>
            <a:pathLst>
              <a:path w="1866777" h="2608990">
                <a:moveTo>
                  <a:pt x="1866777" y="2608990"/>
                </a:moveTo>
                <a:lnTo>
                  <a:pt x="1844286" y="2226638"/>
                </a:lnTo>
                <a:lnTo>
                  <a:pt x="1439443" y="2091690"/>
                </a:lnTo>
                <a:lnTo>
                  <a:pt x="764704" y="1979234"/>
                </a:lnTo>
                <a:lnTo>
                  <a:pt x="314878" y="1889268"/>
                </a:lnTo>
                <a:lnTo>
                  <a:pt x="0" y="1709338"/>
                </a:lnTo>
                <a:lnTo>
                  <a:pt x="112456" y="1304495"/>
                </a:lnTo>
                <a:lnTo>
                  <a:pt x="247404" y="1034599"/>
                </a:lnTo>
                <a:lnTo>
                  <a:pt x="134948" y="742213"/>
                </a:lnTo>
                <a:lnTo>
                  <a:pt x="427335" y="449826"/>
                </a:lnTo>
                <a:lnTo>
                  <a:pt x="247404" y="0"/>
                </a:lnTo>
              </a:path>
            </a:pathLst>
          </a:custGeom>
          <a:ln w="37148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331351" y="5438099"/>
            <a:ext cx="1079582" cy="404843"/>
          </a:xfrm>
          <a:custGeom>
            <a:avLst/>
            <a:gdLst/>
            <a:ahLst/>
            <a:cxnLst/>
            <a:rect l="l" t="t" r="r" b="b"/>
            <a:pathLst>
              <a:path w="1079582" h="404843">
                <a:moveTo>
                  <a:pt x="1079582" y="404843"/>
                </a:moveTo>
                <a:lnTo>
                  <a:pt x="494808" y="269895"/>
                </a:lnTo>
                <a:lnTo>
                  <a:pt x="0" y="0"/>
                </a:lnTo>
              </a:path>
            </a:pathLst>
          </a:custGeom>
          <a:ln w="2286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184295" y="3063019"/>
            <a:ext cx="1326986" cy="485812"/>
          </a:xfrm>
          <a:custGeom>
            <a:avLst/>
            <a:gdLst/>
            <a:ahLst/>
            <a:cxnLst/>
            <a:rect l="l" t="t" r="r" b="b"/>
            <a:pathLst>
              <a:path w="1326986" h="485812">
                <a:moveTo>
                  <a:pt x="0" y="35986"/>
                </a:moveTo>
                <a:lnTo>
                  <a:pt x="292387" y="0"/>
                </a:lnTo>
                <a:lnTo>
                  <a:pt x="607265" y="116955"/>
                </a:lnTo>
                <a:lnTo>
                  <a:pt x="967125" y="305882"/>
                </a:lnTo>
                <a:lnTo>
                  <a:pt x="1326986" y="485812"/>
                </a:lnTo>
              </a:path>
            </a:pathLst>
          </a:custGeom>
          <a:ln w="2286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826160" y="2109388"/>
            <a:ext cx="3238746" cy="3958467"/>
          </a:xfrm>
          <a:custGeom>
            <a:avLst/>
            <a:gdLst/>
            <a:ahLst/>
            <a:cxnLst/>
            <a:rect l="l" t="t" r="r" b="b"/>
            <a:pathLst>
              <a:path w="3238746" h="3958467">
                <a:moveTo>
                  <a:pt x="2294112" y="3958467"/>
                </a:moveTo>
                <a:lnTo>
                  <a:pt x="3103798" y="3733554"/>
                </a:lnTo>
                <a:lnTo>
                  <a:pt x="3238746" y="3193763"/>
                </a:lnTo>
                <a:lnTo>
                  <a:pt x="2923868" y="2519025"/>
                </a:lnTo>
                <a:lnTo>
                  <a:pt x="2474042" y="1979234"/>
                </a:lnTo>
                <a:lnTo>
                  <a:pt x="1934251" y="1439443"/>
                </a:lnTo>
                <a:lnTo>
                  <a:pt x="1259512" y="899652"/>
                </a:lnTo>
                <a:lnTo>
                  <a:pt x="584774" y="404843"/>
                </a:lnTo>
                <a:lnTo>
                  <a:pt x="0" y="0"/>
                </a:lnTo>
              </a:path>
            </a:pathLst>
          </a:custGeom>
          <a:ln w="22860">
            <a:solidFill>
              <a:srgbClr val="1B1B1B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760411" y="4088622"/>
            <a:ext cx="179930" cy="1529408"/>
          </a:xfrm>
          <a:custGeom>
            <a:avLst/>
            <a:gdLst/>
            <a:ahLst/>
            <a:cxnLst/>
            <a:rect l="l" t="t" r="r" b="b"/>
            <a:pathLst>
              <a:path w="179930" h="1529408">
                <a:moveTo>
                  <a:pt x="0" y="1529408"/>
                </a:moveTo>
                <a:lnTo>
                  <a:pt x="179930" y="494808"/>
                </a:lnTo>
                <a:lnTo>
                  <a:pt x="134948" y="0"/>
                </a:lnTo>
              </a:path>
            </a:pathLst>
          </a:custGeom>
          <a:ln w="17145">
            <a:solidFill>
              <a:srgbClr val="1B1B1B"/>
            </a:solidFill>
            <a:prstDash val="dash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431700" y="1164754"/>
            <a:ext cx="1304495" cy="854669"/>
          </a:xfrm>
          <a:custGeom>
            <a:avLst/>
            <a:gdLst/>
            <a:ahLst/>
            <a:cxnLst/>
            <a:rect l="l" t="t" r="r" b="b"/>
            <a:pathLst>
              <a:path w="1304495" h="854669">
                <a:moveTo>
                  <a:pt x="0" y="0"/>
                </a:moveTo>
                <a:lnTo>
                  <a:pt x="134948" y="292387"/>
                </a:lnTo>
                <a:lnTo>
                  <a:pt x="179930" y="629756"/>
                </a:lnTo>
                <a:lnTo>
                  <a:pt x="899652" y="629756"/>
                </a:lnTo>
                <a:lnTo>
                  <a:pt x="1304495" y="854669"/>
                </a:lnTo>
              </a:path>
            </a:pathLst>
          </a:custGeom>
          <a:ln w="28575">
            <a:solidFill>
              <a:srgbClr val="777777"/>
            </a:solidFill>
            <a:prstDash val="sysDot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54224" y="1572326"/>
            <a:ext cx="934883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054224" y="1572326"/>
            <a:ext cx="9348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· DISPATCH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2535524" y="1864712"/>
            <a:ext cx="491307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535524" y="1864712"/>
            <a:ext cx="49130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3140637" y="2269556"/>
            <a:ext cx="540593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140637" y="2269556"/>
            <a:ext cx="5405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550" dirty="0"/>
          </a:p>
        </p:txBody>
      </p:sp>
      <p:sp>
        <p:nvSpPr>
          <p:cNvPr id="39" name="Shape 36"/>
          <p:cNvSpPr/>
          <p:nvPr/>
        </p:nvSpPr>
        <p:spPr>
          <a:xfrm>
            <a:off x="4403274" y="3259172"/>
            <a:ext cx="98416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403274" y="3259172"/>
            <a:ext cx="98416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· EDITORIAL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4330523" y="3911420"/>
            <a:ext cx="58987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330523" y="3911420"/>
            <a:ext cx="58987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</a:t>
            </a:r>
            <a:endParaRPr lang="en-US" sz="550" dirty="0"/>
          </a:p>
        </p:txBody>
      </p:sp>
      <p:sp>
        <p:nvSpPr>
          <p:cNvPr id="43" name="Shape 40"/>
          <p:cNvSpPr/>
          <p:nvPr/>
        </p:nvSpPr>
        <p:spPr>
          <a:xfrm>
            <a:off x="5846047" y="4901037"/>
            <a:ext cx="392735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846047" y="4901037"/>
            <a:ext cx="3927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4416185" y="5890653"/>
            <a:ext cx="688452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416185" y="5890653"/>
            <a:ext cx="6884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FORUM</a:t>
            </a:r>
            <a:endParaRPr lang="en-US" sz="550" dirty="0"/>
          </a:p>
        </p:txBody>
      </p:sp>
      <p:sp>
        <p:nvSpPr>
          <p:cNvPr id="47" name="Shape 44"/>
          <p:cNvSpPr/>
          <p:nvPr/>
        </p:nvSpPr>
        <p:spPr>
          <a:xfrm>
            <a:off x="2116591" y="5755706"/>
            <a:ext cx="1329172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116591" y="5755706"/>
            <a:ext cx="13291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550" dirty="0"/>
          </a:p>
        </p:txBody>
      </p:sp>
      <p:sp>
        <p:nvSpPr>
          <p:cNvPr id="49" name="Shape 46"/>
          <p:cNvSpPr/>
          <p:nvPr/>
        </p:nvSpPr>
        <p:spPr>
          <a:xfrm>
            <a:off x="1651908" y="4878545"/>
            <a:ext cx="639166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651908" y="4878545"/>
            <a:ext cx="6391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550" dirty="0"/>
          </a:p>
        </p:txBody>
      </p:sp>
      <p:sp>
        <p:nvSpPr>
          <p:cNvPr id="51" name="Shape 48"/>
          <p:cNvSpPr/>
          <p:nvPr/>
        </p:nvSpPr>
        <p:spPr>
          <a:xfrm>
            <a:off x="2693936" y="4923528"/>
            <a:ext cx="984169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2693936" y="4923528"/>
            <a:ext cx="98416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550" dirty="0"/>
          </a:p>
        </p:txBody>
      </p:sp>
      <p:sp>
        <p:nvSpPr>
          <p:cNvPr id="53" name="Shape 50"/>
          <p:cNvSpPr/>
          <p:nvPr/>
        </p:nvSpPr>
        <p:spPr>
          <a:xfrm>
            <a:off x="2419737" y="3079242"/>
            <a:ext cx="1082741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419737" y="3079242"/>
            <a:ext cx="108274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 (summit)</a:t>
            </a:r>
            <a:endParaRPr lang="en-US" sz="550" dirty="0"/>
          </a:p>
        </p:txBody>
      </p:sp>
      <p:sp>
        <p:nvSpPr>
          <p:cNvPr id="55" name="Shape 52"/>
          <p:cNvSpPr/>
          <p:nvPr/>
        </p:nvSpPr>
        <p:spPr>
          <a:xfrm>
            <a:off x="1435602" y="3708998"/>
            <a:ext cx="442021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435602" y="3708998"/>
            <a:ext cx="4420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SLOPES</a:t>
            </a:r>
            <a:endParaRPr lang="en-US" sz="550" dirty="0"/>
          </a:p>
        </p:txBody>
      </p:sp>
      <p:sp>
        <p:nvSpPr>
          <p:cNvPr id="57" name="Shape 54"/>
          <p:cNvSpPr/>
          <p:nvPr/>
        </p:nvSpPr>
        <p:spPr>
          <a:xfrm>
            <a:off x="4207308" y="4383737"/>
            <a:ext cx="836310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207308" y="4383737"/>
            <a:ext cx="8363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PRESS CLUB</a:t>
            </a:r>
            <a:endParaRPr lang="en-US" sz="550" dirty="0"/>
          </a:p>
        </p:txBody>
      </p:sp>
      <p:sp>
        <p:nvSpPr>
          <p:cNvPr id="59" name="Shape 56"/>
          <p:cNvSpPr/>
          <p:nvPr/>
        </p:nvSpPr>
        <p:spPr>
          <a:xfrm>
            <a:off x="4738492" y="4946019"/>
            <a:ext cx="1033455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738492" y="4946019"/>
            <a:ext cx="10334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+ RECREATION</a:t>
            </a:r>
            <a:endParaRPr lang="en-US" sz="550" dirty="0"/>
          </a:p>
        </p:txBody>
      </p:sp>
      <p:sp>
        <p:nvSpPr>
          <p:cNvPr id="61" name="Shape 58"/>
          <p:cNvSpPr/>
          <p:nvPr/>
        </p:nvSpPr>
        <p:spPr>
          <a:xfrm>
            <a:off x="3687856" y="5373354"/>
            <a:ext cx="885596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687856" y="5373354"/>
            <a:ext cx="8855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 · BOOKSHOP</a:t>
            </a:r>
            <a:endParaRPr lang="en-US" sz="550" dirty="0"/>
          </a:p>
        </p:txBody>
      </p:sp>
      <p:sp>
        <p:nvSpPr>
          <p:cNvPr id="63" name="Shape 60"/>
          <p:cNvSpPr/>
          <p:nvPr/>
        </p:nvSpPr>
        <p:spPr>
          <a:xfrm>
            <a:off x="5608223" y="5665740"/>
            <a:ext cx="688452" cy="15544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608223" y="5665740"/>
            <a:ext cx="6884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COURT</a:t>
            </a:r>
            <a:endParaRPr lang="en-US" sz="550" dirty="0"/>
          </a:p>
        </p:txBody>
      </p:sp>
      <p:sp>
        <p:nvSpPr>
          <p:cNvPr id="65" name="Shape 62"/>
          <p:cNvSpPr/>
          <p:nvPr/>
        </p:nvSpPr>
        <p:spPr>
          <a:xfrm>
            <a:off x="7223760" y="1248156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C4262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498080" y="117957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— entrance → forum → stairs → summit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7223760" y="1449324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1B1B1B"/>
            </a:solidFill>
            <a:prstDash val="dash"/>
          </a:ln>
        </p:spPr>
      </p:sp>
      <p:sp>
        <p:nvSpPr>
          <p:cNvPr id="68" name="Text 65"/>
          <p:cNvSpPr txBox="1"/>
          <p:nvPr/>
        </p:nvSpPr>
        <p:spPr>
          <a:xfrm>
            <a:off x="7498080" y="138074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· journalists — E edge → NE bars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7223760" y="1650492"/>
            <a:ext cx="201168" cy="9144"/>
          </a:xfrm>
          <a:custGeom>
            <a:avLst/>
            <a:gdLst/>
            <a:ahLst/>
            <a:cxnLst/>
            <a:rect l="l" t="t" r="r" b="b"/>
            <a:pathLst>
              <a:path w="201168" h="9144">
                <a:moveTo>
                  <a:pt x="0" y="4572"/>
                </a:moveTo>
                <a:lnTo>
                  <a:pt x="201168" y="4572"/>
                </a:lnTo>
              </a:path>
            </a:pathLst>
          </a:custGeom>
          <a:ln w="25400">
            <a:solidFill>
              <a:srgbClr val="777777"/>
            </a:solidFill>
            <a:prstDash val="sysDot"/>
          </a:ln>
        </p:spPr>
      </p:sp>
      <p:sp>
        <p:nvSpPr>
          <p:cNvPr id="70" name="Text 67"/>
          <p:cNvSpPr txBox="1"/>
          <p:nvPr/>
        </p:nvSpPr>
        <p:spPr>
          <a:xfrm>
            <a:off x="7498080" y="158191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— Davis Rd (N end), proposed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7223760" y="2011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800" dirty="0"/>
          </a:p>
        </p:txBody>
      </p:sp>
      <p:sp>
        <p:nvSpPr>
          <p:cNvPr id="72" name="Text 69"/>
          <p:cNvSpPr txBox="1"/>
          <p:nvPr/>
        </p:nvSpPr>
        <p:spPr>
          <a:xfrm>
            <a:off x="7223760" y="2231136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→ entry forum → exhibition foyer → existing S stairs → library → summit. Branches to the auditorium and the W stairs.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+ journalists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entrance along the E edge → admin → press club → media → research → archive.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press club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move N into media; the club, cafe and games open onto the forum.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yard at the NW pocket (+1'); vehicles never enter the S forum. Access point is proposed — not on the survey.</a:t>
            </a:r>
            <a:endParaRPr lang="en-US" sz="750" dirty="0"/>
          </a:p>
        </p:txBody>
      </p:sp>
      <p:sp>
        <p:nvSpPr>
          <p:cNvPr id="73" name="Text 70"/>
          <p:cNvSpPr txBox="1"/>
          <p:nvPr/>
        </p:nvSpPr>
        <p:spPr>
          <a:xfrm>
            <a:off x="7223760" y="4297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AVOIDED</a:t>
            </a:r>
            <a:endParaRPr lang="en-US" sz="800" dirty="0"/>
          </a:p>
        </p:txBody>
      </p:sp>
      <p:sp>
        <p:nvSpPr>
          <p:cNvPr id="74" name="Text 71"/>
          <p:cNvSpPr txBox="1"/>
          <p:nvPr/>
        </p:nvSpPr>
        <p:spPr>
          <a:xfrm>
            <a:off x="7223760" y="45171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route peels off E before the crowd.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only; working bars sit below it on the NE bank.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A–A'  ·  ENTRANCE SIDE → SUMMIT → DAVIS ROAD 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read from the survey contours along line A–A' (slide 01). Vertical scale ×3.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090327"/>
            <a:ext cx="11064240" cy="3213193"/>
          </a:xfrm>
          <a:custGeom>
            <a:avLst/>
            <a:gdLst/>
            <a:ahLst/>
            <a:cxnLst/>
            <a:rect l="l" t="t" r="r" b="b"/>
            <a:pathLst>
              <a:path w="11064240" h="3213193">
                <a:moveTo>
                  <a:pt x="0" y="2521809"/>
                </a:moveTo>
                <a:lnTo>
                  <a:pt x="63442" y="2512293"/>
                </a:lnTo>
                <a:lnTo>
                  <a:pt x="126883" y="2493261"/>
                </a:lnTo>
                <a:lnTo>
                  <a:pt x="187153" y="2483744"/>
                </a:lnTo>
                <a:lnTo>
                  <a:pt x="250595" y="2464712"/>
                </a:lnTo>
                <a:lnTo>
                  <a:pt x="314037" y="2436163"/>
                </a:lnTo>
                <a:lnTo>
                  <a:pt x="374306" y="2407614"/>
                </a:lnTo>
                <a:lnTo>
                  <a:pt x="437748" y="2388582"/>
                </a:lnTo>
                <a:lnTo>
                  <a:pt x="501190" y="2360033"/>
                </a:lnTo>
                <a:lnTo>
                  <a:pt x="561459" y="2341000"/>
                </a:lnTo>
                <a:lnTo>
                  <a:pt x="624901" y="2321968"/>
                </a:lnTo>
                <a:lnTo>
                  <a:pt x="688343" y="2312452"/>
                </a:lnTo>
                <a:lnTo>
                  <a:pt x="751785" y="2302935"/>
                </a:lnTo>
                <a:lnTo>
                  <a:pt x="812054" y="2293419"/>
                </a:lnTo>
                <a:lnTo>
                  <a:pt x="875496" y="2283903"/>
                </a:lnTo>
                <a:lnTo>
                  <a:pt x="938938" y="2283903"/>
                </a:lnTo>
                <a:lnTo>
                  <a:pt x="1002380" y="2283903"/>
                </a:lnTo>
                <a:lnTo>
                  <a:pt x="1062649" y="2283903"/>
                </a:lnTo>
                <a:lnTo>
                  <a:pt x="1126091" y="2283903"/>
                </a:lnTo>
                <a:lnTo>
                  <a:pt x="1189533" y="2283903"/>
                </a:lnTo>
                <a:lnTo>
                  <a:pt x="1249802" y="2283903"/>
                </a:lnTo>
                <a:lnTo>
                  <a:pt x="1313244" y="2283903"/>
                </a:lnTo>
                <a:lnTo>
                  <a:pt x="1376686" y="2274386"/>
                </a:lnTo>
                <a:lnTo>
                  <a:pt x="1436955" y="2274386"/>
                </a:lnTo>
                <a:lnTo>
                  <a:pt x="1500397" y="2264870"/>
                </a:lnTo>
                <a:lnTo>
                  <a:pt x="1563839" y="2255354"/>
                </a:lnTo>
                <a:lnTo>
                  <a:pt x="1624109" y="2236321"/>
                </a:lnTo>
                <a:lnTo>
                  <a:pt x="1687550" y="2207773"/>
                </a:lnTo>
                <a:lnTo>
                  <a:pt x="1750992" y="2179224"/>
                </a:lnTo>
                <a:lnTo>
                  <a:pt x="1811262" y="2150675"/>
                </a:lnTo>
                <a:lnTo>
                  <a:pt x="1874704" y="2112610"/>
                </a:lnTo>
                <a:lnTo>
                  <a:pt x="1938145" y="2074545"/>
                </a:lnTo>
                <a:lnTo>
                  <a:pt x="2001587" y="2036480"/>
                </a:lnTo>
                <a:lnTo>
                  <a:pt x="2061857" y="2007931"/>
                </a:lnTo>
                <a:lnTo>
                  <a:pt x="2125298" y="1979382"/>
                </a:lnTo>
                <a:lnTo>
                  <a:pt x="2188740" y="1950834"/>
                </a:lnTo>
                <a:lnTo>
                  <a:pt x="2249010" y="1931801"/>
                </a:lnTo>
                <a:lnTo>
                  <a:pt x="2312452" y="1922285"/>
                </a:lnTo>
                <a:lnTo>
                  <a:pt x="2375893" y="1912769"/>
                </a:lnTo>
                <a:lnTo>
                  <a:pt x="2439335" y="1893736"/>
                </a:lnTo>
                <a:lnTo>
                  <a:pt x="2499605" y="1884220"/>
                </a:lnTo>
                <a:lnTo>
                  <a:pt x="2563046" y="1874704"/>
                </a:lnTo>
                <a:lnTo>
                  <a:pt x="2626488" y="1855671"/>
                </a:lnTo>
                <a:lnTo>
                  <a:pt x="2686758" y="1827122"/>
                </a:lnTo>
                <a:lnTo>
                  <a:pt x="2750200" y="1798573"/>
                </a:lnTo>
                <a:lnTo>
                  <a:pt x="2813641" y="1770025"/>
                </a:lnTo>
                <a:lnTo>
                  <a:pt x="2877083" y="1731960"/>
                </a:lnTo>
                <a:lnTo>
                  <a:pt x="2937353" y="1684378"/>
                </a:lnTo>
                <a:lnTo>
                  <a:pt x="3000794" y="1646313"/>
                </a:lnTo>
                <a:lnTo>
                  <a:pt x="3064236" y="1608248"/>
                </a:lnTo>
                <a:lnTo>
                  <a:pt x="3124506" y="1560667"/>
                </a:lnTo>
                <a:lnTo>
                  <a:pt x="3187948" y="1522602"/>
                </a:lnTo>
                <a:lnTo>
                  <a:pt x="3251389" y="1484537"/>
                </a:lnTo>
                <a:lnTo>
                  <a:pt x="3311659" y="1436955"/>
                </a:lnTo>
                <a:lnTo>
                  <a:pt x="3375101" y="1389374"/>
                </a:lnTo>
                <a:lnTo>
                  <a:pt x="3438542" y="1341793"/>
                </a:lnTo>
                <a:lnTo>
                  <a:pt x="3498812" y="1294212"/>
                </a:lnTo>
                <a:lnTo>
                  <a:pt x="3562254" y="1237114"/>
                </a:lnTo>
                <a:lnTo>
                  <a:pt x="3625696" y="1180016"/>
                </a:lnTo>
                <a:lnTo>
                  <a:pt x="3689137" y="1103886"/>
                </a:lnTo>
                <a:lnTo>
                  <a:pt x="3752579" y="1027756"/>
                </a:lnTo>
                <a:lnTo>
                  <a:pt x="3812849" y="932594"/>
                </a:lnTo>
                <a:lnTo>
                  <a:pt x="3876291" y="837431"/>
                </a:lnTo>
                <a:lnTo>
                  <a:pt x="3939732" y="723236"/>
                </a:lnTo>
                <a:lnTo>
                  <a:pt x="4000002" y="609041"/>
                </a:lnTo>
                <a:lnTo>
                  <a:pt x="4063444" y="494846"/>
                </a:lnTo>
                <a:lnTo>
                  <a:pt x="4126885" y="380650"/>
                </a:lnTo>
                <a:lnTo>
                  <a:pt x="4187155" y="285488"/>
                </a:lnTo>
                <a:lnTo>
                  <a:pt x="4250597" y="199841"/>
                </a:lnTo>
                <a:lnTo>
                  <a:pt x="4314039" y="123711"/>
                </a:lnTo>
                <a:lnTo>
                  <a:pt x="4374308" y="76130"/>
                </a:lnTo>
                <a:lnTo>
                  <a:pt x="4437750" y="47581"/>
                </a:lnTo>
                <a:lnTo>
                  <a:pt x="4501192" y="19033"/>
                </a:lnTo>
                <a:lnTo>
                  <a:pt x="4561461" y="9516"/>
                </a:lnTo>
                <a:lnTo>
                  <a:pt x="4624903" y="0"/>
                </a:lnTo>
                <a:lnTo>
                  <a:pt x="4688345" y="0"/>
                </a:lnTo>
                <a:lnTo>
                  <a:pt x="4751787" y="0"/>
                </a:lnTo>
                <a:lnTo>
                  <a:pt x="4812056" y="0"/>
                </a:lnTo>
                <a:lnTo>
                  <a:pt x="4875498" y="0"/>
                </a:lnTo>
                <a:lnTo>
                  <a:pt x="4938940" y="0"/>
                </a:lnTo>
                <a:lnTo>
                  <a:pt x="4999209" y="0"/>
                </a:lnTo>
                <a:lnTo>
                  <a:pt x="5062651" y="0"/>
                </a:lnTo>
                <a:lnTo>
                  <a:pt x="5126093" y="0"/>
                </a:lnTo>
                <a:lnTo>
                  <a:pt x="5189535" y="0"/>
                </a:lnTo>
                <a:lnTo>
                  <a:pt x="5249804" y="0"/>
                </a:lnTo>
                <a:lnTo>
                  <a:pt x="5313246" y="0"/>
                </a:lnTo>
                <a:lnTo>
                  <a:pt x="5376688" y="0"/>
                </a:lnTo>
                <a:lnTo>
                  <a:pt x="5436957" y="0"/>
                </a:lnTo>
                <a:lnTo>
                  <a:pt x="5500399" y="0"/>
                </a:lnTo>
                <a:lnTo>
                  <a:pt x="5563841" y="0"/>
                </a:lnTo>
                <a:lnTo>
                  <a:pt x="5624111" y="0"/>
                </a:lnTo>
                <a:lnTo>
                  <a:pt x="5687552" y="0"/>
                </a:lnTo>
                <a:lnTo>
                  <a:pt x="5750994" y="0"/>
                </a:lnTo>
                <a:lnTo>
                  <a:pt x="5814436" y="0"/>
                </a:lnTo>
                <a:lnTo>
                  <a:pt x="5874705" y="0"/>
                </a:lnTo>
                <a:lnTo>
                  <a:pt x="5938147" y="0"/>
                </a:lnTo>
                <a:lnTo>
                  <a:pt x="6001589" y="0"/>
                </a:lnTo>
                <a:lnTo>
                  <a:pt x="6061859" y="0"/>
                </a:lnTo>
                <a:lnTo>
                  <a:pt x="6125300" y="0"/>
                </a:lnTo>
                <a:lnTo>
                  <a:pt x="6188742" y="0"/>
                </a:lnTo>
                <a:lnTo>
                  <a:pt x="6252184" y="0"/>
                </a:lnTo>
                <a:lnTo>
                  <a:pt x="6312453" y="0"/>
                </a:lnTo>
                <a:lnTo>
                  <a:pt x="6375895" y="0"/>
                </a:lnTo>
                <a:lnTo>
                  <a:pt x="6439337" y="0"/>
                </a:lnTo>
                <a:lnTo>
                  <a:pt x="6499607" y="0"/>
                </a:lnTo>
                <a:lnTo>
                  <a:pt x="6563048" y="0"/>
                </a:lnTo>
                <a:lnTo>
                  <a:pt x="6626490" y="0"/>
                </a:lnTo>
                <a:lnTo>
                  <a:pt x="6689932" y="0"/>
                </a:lnTo>
                <a:lnTo>
                  <a:pt x="6750201" y="0"/>
                </a:lnTo>
                <a:lnTo>
                  <a:pt x="6813643" y="0"/>
                </a:lnTo>
                <a:lnTo>
                  <a:pt x="6877085" y="0"/>
                </a:lnTo>
                <a:lnTo>
                  <a:pt x="6937355" y="0"/>
                </a:lnTo>
                <a:lnTo>
                  <a:pt x="7000796" y="0"/>
                </a:lnTo>
                <a:lnTo>
                  <a:pt x="7064238" y="0"/>
                </a:lnTo>
                <a:lnTo>
                  <a:pt x="7124508" y="0"/>
                </a:lnTo>
                <a:lnTo>
                  <a:pt x="7187949" y="0"/>
                </a:lnTo>
                <a:lnTo>
                  <a:pt x="7251391" y="0"/>
                </a:lnTo>
                <a:lnTo>
                  <a:pt x="7311661" y="0"/>
                </a:lnTo>
                <a:lnTo>
                  <a:pt x="7375103" y="0"/>
                </a:lnTo>
                <a:lnTo>
                  <a:pt x="7438544" y="0"/>
                </a:lnTo>
                <a:lnTo>
                  <a:pt x="7501986" y="0"/>
                </a:lnTo>
                <a:lnTo>
                  <a:pt x="7562256" y="0"/>
                </a:lnTo>
                <a:lnTo>
                  <a:pt x="7625698" y="0"/>
                </a:lnTo>
                <a:lnTo>
                  <a:pt x="7689139" y="0"/>
                </a:lnTo>
                <a:lnTo>
                  <a:pt x="7749409" y="0"/>
                </a:lnTo>
                <a:lnTo>
                  <a:pt x="7812851" y="0"/>
                </a:lnTo>
                <a:lnTo>
                  <a:pt x="7876292" y="0"/>
                </a:lnTo>
                <a:lnTo>
                  <a:pt x="7939734" y="9516"/>
                </a:lnTo>
                <a:lnTo>
                  <a:pt x="8000004" y="19033"/>
                </a:lnTo>
                <a:lnTo>
                  <a:pt x="8063446" y="47581"/>
                </a:lnTo>
                <a:lnTo>
                  <a:pt x="8126887" y="85646"/>
                </a:lnTo>
                <a:lnTo>
                  <a:pt x="8187157" y="142744"/>
                </a:lnTo>
                <a:lnTo>
                  <a:pt x="8250599" y="218874"/>
                </a:lnTo>
                <a:lnTo>
                  <a:pt x="8314040" y="323553"/>
                </a:lnTo>
                <a:lnTo>
                  <a:pt x="8374310" y="437748"/>
                </a:lnTo>
                <a:lnTo>
                  <a:pt x="8437752" y="570976"/>
                </a:lnTo>
                <a:lnTo>
                  <a:pt x="8501194" y="723236"/>
                </a:lnTo>
                <a:lnTo>
                  <a:pt x="8561463" y="865980"/>
                </a:lnTo>
                <a:lnTo>
                  <a:pt x="8624905" y="1018240"/>
                </a:lnTo>
                <a:lnTo>
                  <a:pt x="8688347" y="1160984"/>
                </a:lnTo>
                <a:lnTo>
                  <a:pt x="8748616" y="1284695"/>
                </a:lnTo>
                <a:lnTo>
                  <a:pt x="8812058" y="1398890"/>
                </a:lnTo>
                <a:lnTo>
                  <a:pt x="8875500" y="1503569"/>
                </a:lnTo>
                <a:lnTo>
                  <a:pt x="8938942" y="1598732"/>
                </a:lnTo>
                <a:lnTo>
                  <a:pt x="8999211" y="1674862"/>
                </a:lnTo>
                <a:lnTo>
                  <a:pt x="9062653" y="1750992"/>
                </a:lnTo>
                <a:lnTo>
                  <a:pt x="9126095" y="1808090"/>
                </a:lnTo>
                <a:lnTo>
                  <a:pt x="9189536" y="1865187"/>
                </a:lnTo>
                <a:lnTo>
                  <a:pt x="9249806" y="1922285"/>
                </a:lnTo>
                <a:lnTo>
                  <a:pt x="9313248" y="1969866"/>
                </a:lnTo>
                <a:lnTo>
                  <a:pt x="9376690" y="2017447"/>
                </a:lnTo>
                <a:lnTo>
                  <a:pt x="9436959" y="2065029"/>
                </a:lnTo>
                <a:lnTo>
                  <a:pt x="9500401" y="2103094"/>
                </a:lnTo>
                <a:lnTo>
                  <a:pt x="9563843" y="2141159"/>
                </a:lnTo>
                <a:lnTo>
                  <a:pt x="9624112" y="2179224"/>
                </a:lnTo>
                <a:lnTo>
                  <a:pt x="9687554" y="2207773"/>
                </a:lnTo>
                <a:lnTo>
                  <a:pt x="9750996" y="2236321"/>
                </a:lnTo>
                <a:lnTo>
                  <a:pt x="9814438" y="2255354"/>
                </a:lnTo>
                <a:lnTo>
                  <a:pt x="9874707" y="2264870"/>
                </a:lnTo>
                <a:lnTo>
                  <a:pt x="9938149" y="2274386"/>
                </a:lnTo>
                <a:lnTo>
                  <a:pt x="10001591" y="2274386"/>
                </a:lnTo>
                <a:lnTo>
                  <a:pt x="10061860" y="2283903"/>
                </a:lnTo>
                <a:lnTo>
                  <a:pt x="10125302" y="2283903"/>
                </a:lnTo>
                <a:lnTo>
                  <a:pt x="10188744" y="2283903"/>
                </a:lnTo>
                <a:lnTo>
                  <a:pt x="10249014" y="2283903"/>
                </a:lnTo>
                <a:lnTo>
                  <a:pt x="10312455" y="2283903"/>
                </a:lnTo>
                <a:lnTo>
                  <a:pt x="10375897" y="2283903"/>
                </a:lnTo>
                <a:lnTo>
                  <a:pt x="10439339" y="2283903"/>
                </a:lnTo>
                <a:lnTo>
                  <a:pt x="10499608" y="2293419"/>
                </a:lnTo>
                <a:lnTo>
                  <a:pt x="10563050" y="2293419"/>
                </a:lnTo>
                <a:lnTo>
                  <a:pt x="10626492" y="2302935"/>
                </a:lnTo>
                <a:lnTo>
                  <a:pt x="10686762" y="2312452"/>
                </a:lnTo>
                <a:lnTo>
                  <a:pt x="10750203" y="2321968"/>
                </a:lnTo>
                <a:lnTo>
                  <a:pt x="10813645" y="2331484"/>
                </a:lnTo>
                <a:lnTo>
                  <a:pt x="10877087" y="2341000"/>
                </a:lnTo>
                <a:lnTo>
                  <a:pt x="10937357" y="2350517"/>
                </a:lnTo>
                <a:lnTo>
                  <a:pt x="11000798" y="2350517"/>
                </a:lnTo>
                <a:lnTo>
                  <a:pt x="11064240" y="2360033"/>
                </a:lnTo>
                <a:lnTo>
                  <a:pt x="11064240" y="3213193"/>
                </a:lnTo>
                <a:lnTo>
                  <a:pt x="0" y="3213193"/>
                </a:lnTo>
                <a:close/>
              </a:path>
            </a:pathLst>
          </a:custGeom>
          <a:solidFill>
            <a:srgbClr val="E3ECDC"/>
          </a:solidFill>
          <a:ln w="12700"/>
        </p:spPr>
      </p:sp>
      <p:sp>
        <p:nvSpPr>
          <p:cNvPr id="7" name="Shape 5"/>
          <p:cNvSpPr/>
          <p:nvPr/>
        </p:nvSpPr>
        <p:spPr>
          <a:xfrm>
            <a:off x="548640" y="2090327"/>
            <a:ext cx="11064240" cy="2521809"/>
          </a:xfrm>
          <a:custGeom>
            <a:avLst/>
            <a:gdLst/>
            <a:ahLst/>
            <a:cxnLst/>
            <a:rect l="l" t="t" r="r" b="b"/>
            <a:pathLst>
              <a:path w="11064240" h="2521809">
                <a:moveTo>
                  <a:pt x="0" y="2521809"/>
                </a:moveTo>
                <a:lnTo>
                  <a:pt x="63442" y="2512293"/>
                </a:lnTo>
                <a:lnTo>
                  <a:pt x="126883" y="2493261"/>
                </a:lnTo>
                <a:lnTo>
                  <a:pt x="187153" y="2483744"/>
                </a:lnTo>
                <a:lnTo>
                  <a:pt x="250595" y="2464712"/>
                </a:lnTo>
                <a:lnTo>
                  <a:pt x="314037" y="2436163"/>
                </a:lnTo>
                <a:lnTo>
                  <a:pt x="374306" y="2407614"/>
                </a:lnTo>
                <a:lnTo>
                  <a:pt x="437748" y="2388582"/>
                </a:lnTo>
                <a:lnTo>
                  <a:pt x="501190" y="2360033"/>
                </a:lnTo>
                <a:lnTo>
                  <a:pt x="561459" y="2341000"/>
                </a:lnTo>
                <a:lnTo>
                  <a:pt x="624901" y="2321968"/>
                </a:lnTo>
                <a:lnTo>
                  <a:pt x="688343" y="2312452"/>
                </a:lnTo>
                <a:lnTo>
                  <a:pt x="751785" y="2302935"/>
                </a:lnTo>
                <a:lnTo>
                  <a:pt x="812054" y="2293419"/>
                </a:lnTo>
                <a:lnTo>
                  <a:pt x="875496" y="2283903"/>
                </a:lnTo>
                <a:lnTo>
                  <a:pt x="938938" y="2283903"/>
                </a:lnTo>
                <a:lnTo>
                  <a:pt x="1002380" y="2283903"/>
                </a:lnTo>
                <a:lnTo>
                  <a:pt x="1062649" y="2283903"/>
                </a:lnTo>
                <a:lnTo>
                  <a:pt x="1126091" y="2283903"/>
                </a:lnTo>
                <a:lnTo>
                  <a:pt x="1189533" y="2283903"/>
                </a:lnTo>
                <a:lnTo>
                  <a:pt x="1249802" y="2283903"/>
                </a:lnTo>
                <a:lnTo>
                  <a:pt x="1313244" y="2283903"/>
                </a:lnTo>
                <a:lnTo>
                  <a:pt x="1376686" y="2274386"/>
                </a:lnTo>
                <a:lnTo>
                  <a:pt x="1436955" y="2274386"/>
                </a:lnTo>
                <a:lnTo>
                  <a:pt x="1500397" y="2264870"/>
                </a:lnTo>
                <a:lnTo>
                  <a:pt x="1563839" y="2255354"/>
                </a:lnTo>
                <a:lnTo>
                  <a:pt x="1624109" y="2236321"/>
                </a:lnTo>
                <a:lnTo>
                  <a:pt x="1687550" y="2207773"/>
                </a:lnTo>
                <a:lnTo>
                  <a:pt x="1750992" y="2179224"/>
                </a:lnTo>
                <a:lnTo>
                  <a:pt x="1811262" y="2150675"/>
                </a:lnTo>
                <a:lnTo>
                  <a:pt x="1874704" y="2112610"/>
                </a:lnTo>
                <a:lnTo>
                  <a:pt x="1938145" y="2074545"/>
                </a:lnTo>
                <a:lnTo>
                  <a:pt x="2001587" y="2036480"/>
                </a:lnTo>
                <a:lnTo>
                  <a:pt x="2061857" y="2007931"/>
                </a:lnTo>
                <a:lnTo>
                  <a:pt x="2125298" y="1979382"/>
                </a:lnTo>
                <a:lnTo>
                  <a:pt x="2188740" y="1950834"/>
                </a:lnTo>
                <a:lnTo>
                  <a:pt x="2249010" y="1931801"/>
                </a:lnTo>
                <a:lnTo>
                  <a:pt x="2312452" y="1922285"/>
                </a:lnTo>
                <a:lnTo>
                  <a:pt x="2375893" y="1912769"/>
                </a:lnTo>
                <a:lnTo>
                  <a:pt x="2439335" y="1893736"/>
                </a:lnTo>
                <a:lnTo>
                  <a:pt x="2499605" y="1884220"/>
                </a:lnTo>
                <a:lnTo>
                  <a:pt x="2563046" y="1874704"/>
                </a:lnTo>
                <a:lnTo>
                  <a:pt x="2626488" y="1855671"/>
                </a:lnTo>
                <a:lnTo>
                  <a:pt x="2686758" y="1827122"/>
                </a:lnTo>
                <a:lnTo>
                  <a:pt x="2750200" y="1798573"/>
                </a:lnTo>
                <a:lnTo>
                  <a:pt x="2813641" y="1770025"/>
                </a:lnTo>
                <a:lnTo>
                  <a:pt x="2877083" y="1731960"/>
                </a:lnTo>
                <a:lnTo>
                  <a:pt x="2937353" y="1684378"/>
                </a:lnTo>
                <a:lnTo>
                  <a:pt x="3000794" y="1646313"/>
                </a:lnTo>
                <a:lnTo>
                  <a:pt x="3064236" y="1608248"/>
                </a:lnTo>
                <a:lnTo>
                  <a:pt x="3124506" y="1560667"/>
                </a:lnTo>
                <a:lnTo>
                  <a:pt x="3187948" y="1522602"/>
                </a:lnTo>
                <a:lnTo>
                  <a:pt x="3251389" y="1484537"/>
                </a:lnTo>
                <a:lnTo>
                  <a:pt x="3311659" y="1436955"/>
                </a:lnTo>
                <a:lnTo>
                  <a:pt x="3375101" y="1389374"/>
                </a:lnTo>
                <a:lnTo>
                  <a:pt x="3438542" y="1341793"/>
                </a:lnTo>
                <a:lnTo>
                  <a:pt x="3498812" y="1294212"/>
                </a:lnTo>
                <a:lnTo>
                  <a:pt x="3562254" y="1237114"/>
                </a:lnTo>
                <a:lnTo>
                  <a:pt x="3625696" y="1180016"/>
                </a:lnTo>
                <a:lnTo>
                  <a:pt x="3689137" y="1103886"/>
                </a:lnTo>
                <a:lnTo>
                  <a:pt x="3752579" y="1027756"/>
                </a:lnTo>
                <a:lnTo>
                  <a:pt x="3812849" y="932594"/>
                </a:lnTo>
                <a:lnTo>
                  <a:pt x="3876291" y="837431"/>
                </a:lnTo>
                <a:lnTo>
                  <a:pt x="3939732" y="723236"/>
                </a:lnTo>
                <a:lnTo>
                  <a:pt x="4000002" y="609041"/>
                </a:lnTo>
                <a:lnTo>
                  <a:pt x="4063444" y="494846"/>
                </a:lnTo>
                <a:lnTo>
                  <a:pt x="4126885" y="380650"/>
                </a:lnTo>
                <a:lnTo>
                  <a:pt x="4187155" y="285488"/>
                </a:lnTo>
                <a:lnTo>
                  <a:pt x="4250597" y="199841"/>
                </a:lnTo>
                <a:lnTo>
                  <a:pt x="4314039" y="123711"/>
                </a:lnTo>
                <a:lnTo>
                  <a:pt x="4374308" y="76130"/>
                </a:lnTo>
                <a:lnTo>
                  <a:pt x="4437750" y="47581"/>
                </a:lnTo>
                <a:lnTo>
                  <a:pt x="4501192" y="19033"/>
                </a:lnTo>
                <a:lnTo>
                  <a:pt x="4561461" y="9516"/>
                </a:lnTo>
                <a:lnTo>
                  <a:pt x="4624903" y="0"/>
                </a:lnTo>
                <a:lnTo>
                  <a:pt x="4688345" y="0"/>
                </a:lnTo>
                <a:lnTo>
                  <a:pt x="4751787" y="0"/>
                </a:lnTo>
                <a:lnTo>
                  <a:pt x="4812056" y="0"/>
                </a:lnTo>
                <a:lnTo>
                  <a:pt x="4875498" y="0"/>
                </a:lnTo>
                <a:lnTo>
                  <a:pt x="4938940" y="0"/>
                </a:lnTo>
                <a:lnTo>
                  <a:pt x="4999209" y="0"/>
                </a:lnTo>
                <a:lnTo>
                  <a:pt x="5062651" y="0"/>
                </a:lnTo>
                <a:lnTo>
                  <a:pt x="5126093" y="0"/>
                </a:lnTo>
                <a:lnTo>
                  <a:pt x="5189535" y="0"/>
                </a:lnTo>
                <a:lnTo>
                  <a:pt x="5249804" y="0"/>
                </a:lnTo>
                <a:lnTo>
                  <a:pt x="5313246" y="0"/>
                </a:lnTo>
                <a:lnTo>
                  <a:pt x="5376688" y="0"/>
                </a:lnTo>
                <a:lnTo>
                  <a:pt x="5436957" y="0"/>
                </a:lnTo>
                <a:lnTo>
                  <a:pt x="5500399" y="0"/>
                </a:lnTo>
                <a:lnTo>
                  <a:pt x="5563841" y="0"/>
                </a:lnTo>
                <a:lnTo>
                  <a:pt x="5624111" y="0"/>
                </a:lnTo>
                <a:lnTo>
                  <a:pt x="5687552" y="0"/>
                </a:lnTo>
                <a:lnTo>
                  <a:pt x="5750994" y="0"/>
                </a:lnTo>
                <a:lnTo>
                  <a:pt x="5814436" y="0"/>
                </a:lnTo>
                <a:lnTo>
                  <a:pt x="5874705" y="0"/>
                </a:lnTo>
                <a:lnTo>
                  <a:pt x="5938147" y="0"/>
                </a:lnTo>
                <a:lnTo>
                  <a:pt x="6001589" y="0"/>
                </a:lnTo>
                <a:lnTo>
                  <a:pt x="6061859" y="0"/>
                </a:lnTo>
                <a:lnTo>
                  <a:pt x="6125300" y="0"/>
                </a:lnTo>
                <a:lnTo>
                  <a:pt x="6188742" y="0"/>
                </a:lnTo>
                <a:lnTo>
                  <a:pt x="6252184" y="0"/>
                </a:lnTo>
                <a:lnTo>
                  <a:pt x="6312453" y="0"/>
                </a:lnTo>
                <a:lnTo>
                  <a:pt x="6375895" y="0"/>
                </a:lnTo>
                <a:lnTo>
                  <a:pt x="6439337" y="0"/>
                </a:lnTo>
                <a:lnTo>
                  <a:pt x="6499607" y="0"/>
                </a:lnTo>
                <a:lnTo>
                  <a:pt x="6563048" y="0"/>
                </a:lnTo>
                <a:lnTo>
                  <a:pt x="6626490" y="0"/>
                </a:lnTo>
                <a:lnTo>
                  <a:pt x="6689932" y="0"/>
                </a:lnTo>
                <a:lnTo>
                  <a:pt x="6750201" y="0"/>
                </a:lnTo>
                <a:lnTo>
                  <a:pt x="6813643" y="0"/>
                </a:lnTo>
                <a:lnTo>
                  <a:pt x="6877085" y="0"/>
                </a:lnTo>
                <a:lnTo>
                  <a:pt x="6937355" y="0"/>
                </a:lnTo>
                <a:lnTo>
                  <a:pt x="7000796" y="0"/>
                </a:lnTo>
                <a:lnTo>
                  <a:pt x="7064238" y="0"/>
                </a:lnTo>
                <a:lnTo>
                  <a:pt x="7124508" y="0"/>
                </a:lnTo>
                <a:lnTo>
                  <a:pt x="7187949" y="0"/>
                </a:lnTo>
                <a:lnTo>
                  <a:pt x="7251391" y="0"/>
                </a:lnTo>
                <a:lnTo>
                  <a:pt x="7311661" y="0"/>
                </a:lnTo>
                <a:lnTo>
                  <a:pt x="7375103" y="0"/>
                </a:lnTo>
                <a:lnTo>
                  <a:pt x="7438544" y="0"/>
                </a:lnTo>
                <a:lnTo>
                  <a:pt x="7501986" y="0"/>
                </a:lnTo>
                <a:lnTo>
                  <a:pt x="7562256" y="0"/>
                </a:lnTo>
                <a:lnTo>
                  <a:pt x="7625698" y="0"/>
                </a:lnTo>
                <a:lnTo>
                  <a:pt x="7689139" y="0"/>
                </a:lnTo>
                <a:lnTo>
                  <a:pt x="7749409" y="0"/>
                </a:lnTo>
                <a:lnTo>
                  <a:pt x="7812851" y="0"/>
                </a:lnTo>
                <a:lnTo>
                  <a:pt x="7876292" y="0"/>
                </a:lnTo>
                <a:lnTo>
                  <a:pt x="7939734" y="9516"/>
                </a:lnTo>
                <a:lnTo>
                  <a:pt x="8000004" y="19033"/>
                </a:lnTo>
                <a:lnTo>
                  <a:pt x="8063446" y="47581"/>
                </a:lnTo>
                <a:lnTo>
                  <a:pt x="8126887" y="85646"/>
                </a:lnTo>
                <a:lnTo>
                  <a:pt x="8187157" y="142744"/>
                </a:lnTo>
                <a:lnTo>
                  <a:pt x="8250599" y="218874"/>
                </a:lnTo>
                <a:lnTo>
                  <a:pt x="8314040" y="323553"/>
                </a:lnTo>
                <a:lnTo>
                  <a:pt x="8374310" y="437748"/>
                </a:lnTo>
                <a:lnTo>
                  <a:pt x="8437752" y="570976"/>
                </a:lnTo>
                <a:lnTo>
                  <a:pt x="8501194" y="723236"/>
                </a:lnTo>
                <a:lnTo>
                  <a:pt x="8561463" y="865980"/>
                </a:lnTo>
                <a:lnTo>
                  <a:pt x="8624905" y="1018240"/>
                </a:lnTo>
                <a:lnTo>
                  <a:pt x="8688347" y="1160984"/>
                </a:lnTo>
                <a:lnTo>
                  <a:pt x="8748616" y="1284695"/>
                </a:lnTo>
                <a:lnTo>
                  <a:pt x="8812058" y="1398890"/>
                </a:lnTo>
                <a:lnTo>
                  <a:pt x="8875500" y="1503569"/>
                </a:lnTo>
                <a:lnTo>
                  <a:pt x="8938942" y="1598732"/>
                </a:lnTo>
                <a:lnTo>
                  <a:pt x="8999211" y="1674862"/>
                </a:lnTo>
                <a:lnTo>
                  <a:pt x="9062653" y="1750992"/>
                </a:lnTo>
                <a:lnTo>
                  <a:pt x="9126095" y="1808090"/>
                </a:lnTo>
                <a:lnTo>
                  <a:pt x="9189536" y="1865187"/>
                </a:lnTo>
                <a:lnTo>
                  <a:pt x="9249806" y="1922285"/>
                </a:lnTo>
                <a:lnTo>
                  <a:pt x="9313248" y="1969866"/>
                </a:lnTo>
                <a:lnTo>
                  <a:pt x="9376690" y="2017447"/>
                </a:lnTo>
                <a:lnTo>
                  <a:pt x="9436959" y="2065029"/>
                </a:lnTo>
                <a:lnTo>
                  <a:pt x="9500401" y="2103094"/>
                </a:lnTo>
                <a:lnTo>
                  <a:pt x="9563843" y="2141159"/>
                </a:lnTo>
                <a:lnTo>
                  <a:pt x="9624112" y="2179224"/>
                </a:lnTo>
                <a:lnTo>
                  <a:pt x="9687554" y="2207773"/>
                </a:lnTo>
                <a:lnTo>
                  <a:pt x="9750996" y="2236321"/>
                </a:lnTo>
                <a:lnTo>
                  <a:pt x="9814438" y="2255354"/>
                </a:lnTo>
                <a:lnTo>
                  <a:pt x="9874707" y="2264870"/>
                </a:lnTo>
                <a:lnTo>
                  <a:pt x="9938149" y="2274386"/>
                </a:lnTo>
                <a:lnTo>
                  <a:pt x="10001591" y="2274386"/>
                </a:lnTo>
                <a:lnTo>
                  <a:pt x="10061860" y="2283903"/>
                </a:lnTo>
                <a:lnTo>
                  <a:pt x="10125302" y="2283903"/>
                </a:lnTo>
                <a:lnTo>
                  <a:pt x="10188744" y="2283903"/>
                </a:lnTo>
                <a:lnTo>
                  <a:pt x="10249014" y="2283903"/>
                </a:lnTo>
                <a:lnTo>
                  <a:pt x="10312455" y="2283903"/>
                </a:lnTo>
                <a:lnTo>
                  <a:pt x="10375897" y="2283903"/>
                </a:lnTo>
                <a:lnTo>
                  <a:pt x="10439339" y="2283903"/>
                </a:lnTo>
                <a:lnTo>
                  <a:pt x="10499608" y="2293419"/>
                </a:lnTo>
                <a:lnTo>
                  <a:pt x="10563050" y="2293419"/>
                </a:lnTo>
                <a:lnTo>
                  <a:pt x="10626492" y="2302935"/>
                </a:lnTo>
                <a:lnTo>
                  <a:pt x="10686762" y="2312452"/>
                </a:lnTo>
                <a:lnTo>
                  <a:pt x="10750203" y="2321968"/>
                </a:lnTo>
                <a:lnTo>
                  <a:pt x="10813645" y="2331484"/>
                </a:lnTo>
                <a:lnTo>
                  <a:pt x="10877087" y="2341000"/>
                </a:lnTo>
                <a:lnTo>
                  <a:pt x="10937357" y="2350517"/>
                </a:lnTo>
                <a:lnTo>
                  <a:pt x="11000798" y="2350517"/>
                </a:lnTo>
                <a:lnTo>
                  <a:pt x="11064240" y="2360033"/>
                </a:lnTo>
              </a:path>
            </a:pathLst>
          </a:custGeom>
          <a:ln w="19050">
            <a:solidFill>
              <a:srgbClr val="1B1B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50308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" y="46817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+0'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57200" y="4369658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30107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+4'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57200" y="3989007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" y="3920427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+8'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57200" y="3608357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" y="3539777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+12'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706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" y="315912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+16'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57200" y="2847056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" y="27784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+20'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" y="2466405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" y="2397825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+24'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57200" y="2085755"/>
            <a:ext cx="11155680" cy="9144"/>
          </a:xfrm>
          <a:custGeom>
            <a:avLst/>
            <a:gdLst/>
            <a:ahLst/>
            <a:cxnLst/>
            <a:rect l="l" t="t" r="r" b="b"/>
            <a:pathLst>
              <a:path w="11155680" h="9144">
                <a:moveTo>
                  <a:pt x="0" y="4572"/>
                </a:moveTo>
                <a:lnTo>
                  <a:pt x="11155680" y="4572"/>
                </a:lnTo>
              </a:path>
            </a:pathLst>
          </a:custGeom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" y="2017175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94360" y="4034040"/>
            <a:ext cx="1532669" cy="292608"/>
          </a:xfrm>
          <a:prstGeom prst="rect">
            <a:avLst/>
          </a:prstGeom>
          <a:solidFill>
            <a:srgbClr val="E8892B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479" y="4326648"/>
            <a:ext cx="9144" cy="247423"/>
          </a:xfrm>
          <a:custGeom>
            <a:avLst/>
            <a:gdLst/>
            <a:ahLst/>
            <a:cxnLst/>
            <a:rect l="l" t="t" r="r" b="b"/>
            <a:pathLst>
              <a:path w="9144" h="247423">
                <a:moveTo>
                  <a:pt x="4572" y="0"/>
                </a:moveTo>
                <a:lnTo>
                  <a:pt x="4572" y="247423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2506" y="4326648"/>
            <a:ext cx="9144" cy="104679"/>
          </a:xfrm>
          <a:custGeom>
            <a:avLst/>
            <a:gdLst/>
            <a:ahLst/>
            <a:cxnLst/>
            <a:rect l="l" t="t" r="r" b="b"/>
            <a:pathLst>
              <a:path w="9144" h="104679">
                <a:moveTo>
                  <a:pt x="4572" y="0"/>
                </a:moveTo>
                <a:lnTo>
                  <a:pt x="4572" y="104679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9739" y="4326648"/>
            <a:ext cx="9144" cy="47581"/>
          </a:xfrm>
          <a:custGeom>
            <a:avLst/>
            <a:gdLst/>
            <a:ahLst/>
            <a:cxnLst/>
            <a:rect l="l" t="t" r="r" b="b"/>
            <a:pathLst>
              <a:path w="9144" h="47581">
                <a:moveTo>
                  <a:pt x="4572" y="0"/>
                </a:moveTo>
                <a:lnTo>
                  <a:pt x="4572" y="47581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5766" y="4326648"/>
            <a:ext cx="9144" cy="38065"/>
          </a:xfrm>
          <a:custGeom>
            <a:avLst/>
            <a:gdLst/>
            <a:ahLst/>
            <a:cxnLst/>
            <a:rect l="l" t="t" r="r" b="b"/>
            <a:pathLst>
              <a:path w="9144" h="38065">
                <a:moveTo>
                  <a:pt x="4572" y="0"/>
                </a:moveTo>
                <a:lnTo>
                  <a:pt x="4572" y="38065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32872"/>
            <a:ext cx="15326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1910" y="3237070"/>
            <a:ext cx="1098093" cy="585216"/>
          </a:xfrm>
          <a:prstGeom prst="rect">
            <a:avLst/>
          </a:prstGeom>
          <a:solidFill>
            <a:srgbClr val="E8C61E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0572" y="3822286"/>
            <a:ext cx="9144" cy="418716"/>
          </a:xfrm>
          <a:custGeom>
            <a:avLst/>
            <a:gdLst/>
            <a:ahLst/>
            <a:cxnLst/>
            <a:rect l="l" t="t" r="r" b="b"/>
            <a:pathLst>
              <a:path w="9144" h="418716">
                <a:moveTo>
                  <a:pt x="4572" y="0"/>
                </a:moveTo>
                <a:lnTo>
                  <a:pt x="4572" y="418716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47955" y="3822286"/>
            <a:ext cx="9144" cy="247423"/>
          </a:xfrm>
          <a:custGeom>
            <a:avLst/>
            <a:gdLst/>
            <a:ahLst/>
            <a:cxnLst/>
            <a:rect l="l" t="t" r="r" b="b"/>
            <a:pathLst>
              <a:path w="9144" h="247423">
                <a:moveTo>
                  <a:pt x="4572" y="0"/>
                </a:moveTo>
                <a:lnTo>
                  <a:pt x="4572" y="247423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04815" y="3822286"/>
            <a:ext cx="9144" cy="161776"/>
          </a:xfrm>
          <a:custGeom>
            <a:avLst/>
            <a:gdLst/>
            <a:ahLst/>
            <a:cxnLst/>
            <a:rect l="l" t="t" r="r" b="b"/>
            <a:pathLst>
              <a:path w="9144" h="161776">
                <a:moveTo>
                  <a:pt x="4572" y="0"/>
                </a:moveTo>
                <a:lnTo>
                  <a:pt x="4572" y="161776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02198" y="3822286"/>
            <a:ext cx="9144" cy="66614"/>
          </a:xfrm>
          <a:custGeom>
            <a:avLst/>
            <a:gdLst/>
            <a:ahLst/>
            <a:cxnLst/>
            <a:rect l="l" t="t" r="r" b="b"/>
            <a:pathLst>
              <a:path w="9144" h="66614">
                <a:moveTo>
                  <a:pt x="4572" y="0"/>
                </a:moveTo>
                <a:lnTo>
                  <a:pt x="4572" y="66614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81910" y="3035902"/>
            <a:ext cx="1098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+ READING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21245" y="2058323"/>
            <a:ext cx="4155985" cy="9144"/>
          </a:xfrm>
          <a:custGeom>
            <a:avLst/>
            <a:gdLst/>
            <a:ahLst/>
            <a:cxnLst/>
            <a:rect l="l" t="t" r="r" b="b"/>
            <a:pathLst>
              <a:path w="4155985" h="9144">
                <a:moveTo>
                  <a:pt x="0" y="4572"/>
                </a:moveTo>
                <a:lnTo>
                  <a:pt x="4155985" y="4572"/>
                </a:lnTo>
              </a:path>
            </a:pathLst>
          </a:custGeom>
          <a:ln w="38100">
            <a:solidFill>
              <a:srgbClr val="C426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21245" y="1770287"/>
            <a:ext cx="41559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907608" y="3474977"/>
            <a:ext cx="1659552" cy="585216"/>
          </a:xfrm>
          <a:prstGeom prst="rect">
            <a:avLst/>
          </a:prstGeom>
          <a:solidFill>
            <a:srgbClr val="5A5A66">
              <a:alpha val="85000"/>
            </a:srgbClr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32415" y="4060193"/>
            <a:ext cx="9144" cy="133228"/>
          </a:xfrm>
          <a:custGeom>
            <a:avLst/>
            <a:gdLst/>
            <a:ahLst/>
            <a:cxnLst/>
            <a:rect l="l" t="t" r="r" b="b"/>
            <a:pathLst>
              <a:path w="9144" h="133228">
                <a:moveTo>
                  <a:pt x="4572" y="0"/>
                </a:moveTo>
                <a:lnTo>
                  <a:pt x="4572" y="133228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70163" y="4060193"/>
            <a:ext cx="9144" cy="304520"/>
          </a:xfrm>
          <a:custGeom>
            <a:avLst/>
            <a:gdLst/>
            <a:ahLst/>
            <a:cxnLst/>
            <a:rect l="l" t="t" r="r" b="b"/>
            <a:pathLst>
              <a:path w="9144" h="304520">
                <a:moveTo>
                  <a:pt x="4572" y="0"/>
                </a:moveTo>
                <a:lnTo>
                  <a:pt x="4572" y="304520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95461" y="4060193"/>
            <a:ext cx="9144" cy="314037"/>
          </a:xfrm>
          <a:custGeom>
            <a:avLst/>
            <a:gdLst/>
            <a:ahLst/>
            <a:cxnLst/>
            <a:rect l="l" t="t" r="r" b="b"/>
            <a:pathLst>
              <a:path w="9144" h="314037">
                <a:moveTo>
                  <a:pt x="4572" y="0"/>
                </a:moveTo>
                <a:lnTo>
                  <a:pt x="4572" y="314037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3209" y="4060193"/>
            <a:ext cx="9144" cy="371134"/>
          </a:xfrm>
          <a:custGeom>
            <a:avLst/>
            <a:gdLst/>
            <a:ahLst/>
            <a:cxnLst/>
            <a:rect l="l" t="t" r="r" b="b"/>
            <a:pathLst>
              <a:path w="9144" h="371134">
                <a:moveTo>
                  <a:pt x="4572" y="0"/>
                </a:moveTo>
                <a:lnTo>
                  <a:pt x="4572" y="371134"/>
                </a:lnTo>
              </a:path>
            </a:pathLst>
          </a:custGeom>
          <a:ln w="12700">
            <a:solidFill>
              <a:srgbClr val="1B1B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07608" y="3273809"/>
            <a:ext cx="165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SIDE (S)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9784080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ROAD (N)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3720727" y="3422603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4F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flank — landscape + existing stairs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65849" y="1998887"/>
            <a:ext cx="4758131" cy="2569391"/>
          </a:xfrm>
          <a:custGeom>
            <a:avLst/>
            <a:gdLst/>
            <a:ahLst/>
            <a:cxnLst/>
            <a:rect l="l" t="t" r="r" b="b"/>
            <a:pathLst>
              <a:path w="4758131" h="2569391">
                <a:moveTo>
                  <a:pt x="0" y="2569391"/>
                </a:moveTo>
                <a:lnTo>
                  <a:pt x="1586044" y="2047858"/>
                </a:lnTo>
                <a:lnTo>
                  <a:pt x="2696274" y="1476882"/>
                </a:lnTo>
                <a:lnTo>
                  <a:pt x="3647900" y="190325"/>
                </a:lnTo>
                <a:lnTo>
                  <a:pt x="4758131" y="0"/>
                </a:lnTo>
              </a:path>
            </a:pathLst>
          </a:custGeom>
          <a:ln w="2540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1817475" y="394785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route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48640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SECTION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7058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program sits where the ground is low or gentle (left: exhibition, library; right: archive on the NE bank). The steep flanks stay landscape; the summit plateau stays an open public forum. Floors step with the ground on piers; nothing is cut or filled.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OF REPRESENTATION  ·  THE CONTEMPORARY PUBLISHING HOUSE  ·  DETAILED SITE ZONING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PLACEMENT SCHEDULE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program item goes, on which level, and why. Areas are ground available — building areas still to be set.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1005840"/>
                <a:gridCol w="1280160"/>
                <a:gridCol w="4114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ITEM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HERE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forum · arrival · protest edge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base, at ENTRANCE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±0' – +1'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survey's only marked entrance; Davis Rd S frontage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Exhibition · press conference · forum hall · foyer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base / lower slope, W of the cafe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+8'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faces the forum and Davis Rd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Auditorium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 slope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rake follows the existing slope; foyer at the low end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library + reading room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slope on the existing stairs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public route up; reading terrace faces the summit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forum · viewing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summit plateau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 public top with structures; nothing new built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 stores · conservation · consultation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NW end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/ controlled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beside the service yard; away from the crowd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studios · seminar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next to archive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semi-private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↔ archive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Media: newsroom · editorial · recording · broadcast · editing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bank, SE end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to the new press club (journalists)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· paper store · dispatch · service yard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pocket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flat ground away from the public entrance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Workshops · education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of the new press club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+12'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 media (skills) and the public side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· staff entry · security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edge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+4'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staff route, close to the entrance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Slopes (+12' – +28')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flanks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landscape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steep to build without regrading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press club: members' lounge · dining · meeting rooms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Press Club site, N part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– +8'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 / semi-private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journalists' home next to media; replaces the removed club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Games + recreation: snooker · table tennis · carrom · chess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Press Club site, E part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+4'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ground; shared by members + 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Cafe · canteen · bookshop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Press Club site, S part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– +4'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 straight onto the entry forum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Outdoor games court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corner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corner by the entrance; overflow for events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nd-drawn detailed zoning sketch on the surv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2880"/>
            <a:ext cx="8714232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Site Zoning: Shimla Pahari</dc:title>
  <dc:subject>PptxGenJS Presentation</dc:subject>
  <dc:creator>PptxGenJS</dc:creator>
  <cp:lastModifiedBy>PptxGenJS</cp:lastModifiedBy>
  <cp:revision>1</cp:revision>
  <dcterms:created xsi:type="dcterms:W3CDTF">2026-09-22T20:33:11Z</dcterms:created>
  <dcterms:modified xsi:type="dcterms:W3CDTF">2026-09-22T20:33:11Z</dcterms:modified>
</cp:coreProperties>
</file>